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725" r:id="rId2"/>
  </p:sldMasterIdLst>
  <p:notesMasterIdLst>
    <p:notesMasterId r:id="rId24"/>
  </p:notesMasterIdLst>
  <p:sldIdLst>
    <p:sldId id="256" r:id="rId3"/>
    <p:sldId id="288" r:id="rId4"/>
    <p:sldId id="285" r:id="rId5"/>
    <p:sldId id="284" r:id="rId6"/>
    <p:sldId id="286" r:id="rId7"/>
    <p:sldId id="257" r:id="rId8"/>
    <p:sldId id="258" r:id="rId9"/>
    <p:sldId id="281" r:id="rId10"/>
    <p:sldId id="264" r:id="rId11"/>
    <p:sldId id="265" r:id="rId12"/>
    <p:sldId id="259" r:id="rId13"/>
    <p:sldId id="290" r:id="rId14"/>
    <p:sldId id="287" r:id="rId15"/>
    <p:sldId id="289" r:id="rId16"/>
    <p:sldId id="260" r:id="rId17"/>
    <p:sldId id="280" r:id="rId18"/>
    <p:sldId id="268" r:id="rId19"/>
    <p:sldId id="282" r:id="rId20"/>
    <p:sldId id="283" r:id="rId21"/>
    <p:sldId id="269"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29FA"/>
    <a:srgbClr val="C6FCDD"/>
    <a:srgbClr val="1893AD"/>
    <a:srgbClr val="007A3D"/>
    <a:srgbClr val="006633"/>
    <a:srgbClr val="00204F"/>
    <a:srgbClr val="008080"/>
    <a:srgbClr val="F25245"/>
    <a:srgbClr val="6325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C0CD54-A49F-4FD4-93D4-4AFE7EBD34C7}" v="216" dt="2026-05-21T08:23:41.1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4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Akpan" userId="4982adc2-c151-4613-a42e-c9342d2836a9" providerId="ADAL" clId="{1F02752B-5E7F-4C53-9CF8-D31316472B7C}"/>
    <pc:docChg chg="undo redo custSel addSld delSld modSld sldOrd addMainMaster delMainMaster modMainMaster">
      <pc:chgData name="Emmanuel Akpan" userId="4982adc2-c151-4613-a42e-c9342d2836a9" providerId="ADAL" clId="{1F02752B-5E7F-4C53-9CF8-D31316472B7C}" dt="2026-05-21T08:24:39.795" v="3031" actId="1035"/>
      <pc:docMkLst>
        <pc:docMk/>
      </pc:docMkLst>
      <pc:sldChg chg="addSp delSp modSp mod">
        <pc:chgData name="Emmanuel Akpan" userId="4982adc2-c151-4613-a42e-c9342d2836a9" providerId="ADAL" clId="{1F02752B-5E7F-4C53-9CF8-D31316472B7C}" dt="2026-05-16T11:47:13.170" v="1117" actId="1037"/>
        <pc:sldMkLst>
          <pc:docMk/>
          <pc:sldMk cId="0" sldId="256"/>
        </pc:sldMkLst>
        <pc:spChg chg="mod">
          <ac:chgData name="Emmanuel Akpan" userId="4982adc2-c151-4613-a42e-c9342d2836a9" providerId="ADAL" clId="{1F02752B-5E7F-4C53-9CF8-D31316472B7C}" dt="2026-05-16T11:47:13.170" v="1117" actId="1037"/>
          <ac:spMkLst>
            <pc:docMk/>
            <pc:sldMk cId="0" sldId="256"/>
            <ac:spMk id="3" creationId="{E46D76E1-A46F-4791-BAC6-592E69F0A4C5}"/>
          </ac:spMkLst>
        </pc:spChg>
        <pc:spChg chg="mod">
          <ac:chgData name="Emmanuel Akpan" userId="4982adc2-c151-4613-a42e-c9342d2836a9" providerId="ADAL" clId="{1F02752B-5E7F-4C53-9CF8-D31316472B7C}" dt="2026-05-14T14:25:48.404" v="768" actId="21"/>
          <ac:spMkLst>
            <pc:docMk/>
            <pc:sldMk cId="0" sldId="256"/>
            <ac:spMk id="5" creationId="{A19811FE-67B8-4FF6-851B-44CDF8B628C2}"/>
          </ac:spMkLst>
        </pc:spChg>
        <pc:spChg chg="add mod">
          <ac:chgData name="Emmanuel Akpan" userId="4982adc2-c151-4613-a42e-c9342d2836a9" providerId="ADAL" clId="{1F02752B-5E7F-4C53-9CF8-D31316472B7C}" dt="2026-05-14T14:28:31.664" v="799" actId="113"/>
          <ac:spMkLst>
            <pc:docMk/>
            <pc:sldMk cId="0" sldId="256"/>
            <ac:spMk id="6" creationId="{39AC3377-1E9F-D301-31CE-84D0A718AFC2}"/>
          </ac:spMkLst>
        </pc:spChg>
        <pc:spChg chg="mod">
          <ac:chgData name="Emmanuel Akpan" userId="4982adc2-c151-4613-a42e-c9342d2836a9" providerId="ADAL" clId="{1F02752B-5E7F-4C53-9CF8-D31316472B7C}" dt="2026-05-14T14:25:57.869" v="769" actId="1076"/>
          <ac:spMkLst>
            <pc:docMk/>
            <pc:sldMk cId="0" sldId="256"/>
            <ac:spMk id="10" creationId="{004FE57F-20C9-4A81-97DE-6D9B443E9A4D}"/>
          </ac:spMkLst>
        </pc:spChg>
        <pc:spChg chg="mod">
          <ac:chgData name="Emmanuel Akpan" userId="4982adc2-c151-4613-a42e-c9342d2836a9" providerId="ADAL" clId="{1F02752B-5E7F-4C53-9CF8-D31316472B7C}" dt="2026-05-16T11:47:10.153" v="1115" actId="1037"/>
          <ac:spMkLst>
            <pc:docMk/>
            <pc:sldMk cId="0" sldId="256"/>
            <ac:spMk id="12" creationId="{D30D0A89-CF4D-4242-891B-712027B12239}"/>
          </ac:spMkLst>
        </pc:spChg>
        <pc:spChg chg="mod">
          <ac:chgData name="Emmanuel Akpan" userId="4982adc2-c151-4613-a42e-c9342d2836a9" providerId="ADAL" clId="{1F02752B-5E7F-4C53-9CF8-D31316472B7C}" dt="2026-05-14T14:28:45.592" v="800" actId="1035"/>
          <ac:spMkLst>
            <pc:docMk/>
            <pc:sldMk cId="0" sldId="256"/>
            <ac:spMk id="20" creationId="{139F5FBD-9259-44F5-BCCB-F0B91EAED5AE}"/>
          </ac:spMkLst>
        </pc:spChg>
        <pc:spChg chg="mod">
          <ac:chgData name="Emmanuel Akpan" userId="4982adc2-c151-4613-a42e-c9342d2836a9" providerId="ADAL" clId="{1F02752B-5E7F-4C53-9CF8-D31316472B7C}" dt="2026-05-14T14:25:57.869" v="769" actId="1076"/>
          <ac:spMkLst>
            <pc:docMk/>
            <pc:sldMk cId="0" sldId="256"/>
            <ac:spMk id="21" creationId="{0840C2E2-1CC7-4AF9-B8EC-37F39A6A6A85}"/>
          </ac:spMkLst>
        </pc:spChg>
        <pc:spChg chg="mod">
          <ac:chgData name="Emmanuel Akpan" userId="4982adc2-c151-4613-a42e-c9342d2836a9" providerId="ADAL" clId="{1F02752B-5E7F-4C53-9CF8-D31316472B7C}" dt="2026-05-14T14:25:57.869" v="769" actId="1076"/>
          <ac:spMkLst>
            <pc:docMk/>
            <pc:sldMk cId="0" sldId="256"/>
            <ac:spMk id="22" creationId="{2E2AEBA3-D4D7-402D-8E49-5E7A06D740B2}"/>
          </ac:spMkLst>
        </pc:spChg>
      </pc:sldChg>
      <pc:sldChg chg="addSp delSp modSp mod">
        <pc:chgData name="Emmanuel Akpan" userId="4982adc2-c151-4613-a42e-c9342d2836a9" providerId="ADAL" clId="{1F02752B-5E7F-4C53-9CF8-D31316472B7C}" dt="2026-05-18T10:46:03.953" v="1539"/>
        <pc:sldMkLst>
          <pc:docMk/>
          <pc:sldMk cId="0" sldId="257"/>
        </pc:sldMkLst>
        <pc:spChg chg="mod">
          <ac:chgData name="Emmanuel Akpan" userId="4982adc2-c151-4613-a42e-c9342d2836a9" providerId="ADAL" clId="{1F02752B-5E7F-4C53-9CF8-D31316472B7C}" dt="2026-05-14T14:42:10.625" v="1019" actId="1036"/>
          <ac:spMkLst>
            <pc:docMk/>
            <pc:sldMk cId="0" sldId="257"/>
            <ac:spMk id="3" creationId="{00000000-0000-0000-0000-000000000000}"/>
          </ac:spMkLst>
        </pc:spChg>
        <pc:spChg chg="mod">
          <ac:chgData name="Emmanuel Akpan" userId="4982adc2-c151-4613-a42e-c9342d2836a9" providerId="ADAL" clId="{1F02752B-5E7F-4C53-9CF8-D31316472B7C}" dt="2026-05-14T09:50:26.357" v="174" actId="14100"/>
          <ac:spMkLst>
            <pc:docMk/>
            <pc:sldMk cId="0" sldId="257"/>
            <ac:spMk id="4" creationId="{00000000-0000-0000-0000-000000000000}"/>
          </ac:spMkLst>
        </pc:spChg>
        <pc:spChg chg="mod">
          <ac:chgData name="Emmanuel Akpan" userId="4982adc2-c151-4613-a42e-c9342d2836a9" providerId="ADAL" clId="{1F02752B-5E7F-4C53-9CF8-D31316472B7C}" dt="2026-05-14T14:41:25.015" v="996" actId="1037"/>
          <ac:spMkLst>
            <pc:docMk/>
            <pc:sldMk cId="0" sldId="257"/>
            <ac:spMk id="42" creationId="{02A9CD23-2432-490D-8D6B-4F18F0DB92F7}"/>
          </ac:spMkLst>
        </pc:spChg>
        <pc:graphicFrameChg chg="add mod modGraphic">
          <ac:chgData name="Emmanuel Akpan" userId="4982adc2-c151-4613-a42e-c9342d2836a9" providerId="ADAL" clId="{1F02752B-5E7F-4C53-9CF8-D31316472B7C}" dt="2026-05-18T10:46:03.953" v="1539"/>
          <ac:graphicFrameMkLst>
            <pc:docMk/>
            <pc:sldMk cId="0" sldId="257"/>
            <ac:graphicFrameMk id="5" creationId="{7D5B6C91-FDC6-CCB5-5F53-7FA84720DE57}"/>
          </ac:graphicFrameMkLst>
        </pc:graphicFrameChg>
      </pc:sldChg>
      <pc:sldChg chg="addSp modSp mod">
        <pc:chgData name="Emmanuel Akpan" userId="4982adc2-c151-4613-a42e-c9342d2836a9" providerId="ADAL" clId="{1F02752B-5E7F-4C53-9CF8-D31316472B7C}" dt="2026-05-14T13:28:44.080" v="325" actId="1036"/>
        <pc:sldMkLst>
          <pc:docMk/>
          <pc:sldMk cId="0" sldId="258"/>
        </pc:sldMkLst>
        <pc:spChg chg="add mod">
          <ac:chgData name="Emmanuel Akpan" userId="4982adc2-c151-4613-a42e-c9342d2836a9" providerId="ADAL" clId="{1F02752B-5E7F-4C53-9CF8-D31316472B7C}" dt="2026-05-14T13:28:44.080" v="325" actId="1036"/>
          <ac:spMkLst>
            <pc:docMk/>
            <pc:sldMk cId="0" sldId="258"/>
            <ac:spMk id="2" creationId="{56C9388A-0C2A-4036-CA8F-191CDBF30768}"/>
          </ac:spMkLst>
        </pc:spChg>
        <pc:spChg chg="mod">
          <ac:chgData name="Emmanuel Akpan" userId="4982adc2-c151-4613-a42e-c9342d2836a9" providerId="ADAL" clId="{1F02752B-5E7F-4C53-9CF8-D31316472B7C}" dt="2026-05-14T13:24:35.056" v="285" actId="1076"/>
          <ac:spMkLst>
            <pc:docMk/>
            <pc:sldMk cId="0" sldId="258"/>
            <ac:spMk id="4" creationId="{00000000-0000-0000-0000-000000000000}"/>
          </ac:spMkLst>
        </pc:spChg>
      </pc:sldChg>
      <pc:sldChg chg="addSp delSp modSp add del mod ord addAnim delAnim">
        <pc:chgData name="Emmanuel Akpan" userId="4982adc2-c151-4613-a42e-c9342d2836a9" providerId="ADAL" clId="{1F02752B-5E7F-4C53-9CF8-D31316472B7C}" dt="2026-05-20T08:10:47.182" v="2275" actId="2696"/>
        <pc:sldMkLst>
          <pc:docMk/>
          <pc:sldMk cId="0" sldId="259"/>
        </pc:sldMkLst>
        <pc:spChg chg="mod">
          <ac:chgData name="Emmanuel Akpan" userId="4982adc2-c151-4613-a42e-c9342d2836a9" providerId="ADAL" clId="{1F02752B-5E7F-4C53-9CF8-D31316472B7C}" dt="2026-05-19T11:27:56.229" v="1893" actId="1035"/>
          <ac:spMkLst>
            <pc:docMk/>
            <pc:sldMk cId="0" sldId="259"/>
            <ac:spMk id="4" creationId="{00000000-0000-0000-0000-000000000000}"/>
          </ac:spMkLst>
        </pc:spChg>
        <pc:spChg chg="mod">
          <ac:chgData name="Emmanuel Akpan" userId="4982adc2-c151-4613-a42e-c9342d2836a9" providerId="ADAL" clId="{1F02752B-5E7F-4C53-9CF8-D31316472B7C}" dt="2026-05-14T13:59:36.031" v="633" actId="1036"/>
          <ac:spMkLst>
            <pc:docMk/>
            <pc:sldMk cId="0" sldId="259"/>
            <ac:spMk id="7" creationId="{A6E33055-6804-47CD-AF70-0004899258DD}"/>
          </ac:spMkLst>
        </pc:spChg>
        <pc:spChg chg="add del mod">
          <ac:chgData name="Emmanuel Akpan" userId="4982adc2-c151-4613-a42e-c9342d2836a9" providerId="ADAL" clId="{1F02752B-5E7F-4C53-9CF8-D31316472B7C}" dt="2026-05-14T14:00:21.510" v="640" actId="1037"/>
          <ac:spMkLst>
            <pc:docMk/>
            <pc:sldMk cId="0" sldId="259"/>
            <ac:spMk id="10" creationId="{01BF9D8F-E473-411B-863F-BEE8E5B23CB9}"/>
          </ac:spMkLst>
        </pc:spChg>
        <pc:spChg chg="mod">
          <ac:chgData name="Emmanuel Akpan" userId="4982adc2-c151-4613-a42e-c9342d2836a9" providerId="ADAL" clId="{1F02752B-5E7F-4C53-9CF8-D31316472B7C}" dt="2026-05-14T14:00:31.056" v="641" actId="1076"/>
          <ac:spMkLst>
            <pc:docMk/>
            <pc:sldMk cId="0" sldId="259"/>
            <ac:spMk id="35" creationId="{606AFD35-B696-47D0-9244-863BCDCD11CC}"/>
          </ac:spMkLst>
        </pc:spChg>
        <pc:grpChg chg="mod">
          <ac:chgData name="Emmanuel Akpan" userId="4982adc2-c151-4613-a42e-c9342d2836a9" providerId="ADAL" clId="{1F02752B-5E7F-4C53-9CF8-D31316472B7C}" dt="2026-05-14T13:59:52.844" v="637" actId="1076"/>
          <ac:grpSpMkLst>
            <pc:docMk/>
            <pc:sldMk cId="0" sldId="259"/>
            <ac:grpSpMk id="11" creationId="{08EC959C-E3A1-4925-AFF4-412D12864C4A}"/>
          </ac:grpSpMkLst>
        </pc:grpChg>
        <pc:graphicFrameChg chg="add mod modGraphic">
          <ac:chgData name="Emmanuel Akpan" userId="4982adc2-c151-4613-a42e-c9342d2836a9" providerId="ADAL" clId="{1F02752B-5E7F-4C53-9CF8-D31316472B7C}" dt="2026-05-14T14:15:11.107" v="693"/>
          <ac:graphicFrameMkLst>
            <pc:docMk/>
            <pc:sldMk cId="0" sldId="259"/>
            <ac:graphicFrameMk id="2" creationId="{C342750F-9D8B-38BB-48AA-EF8B703875BA}"/>
          </ac:graphicFrameMkLst>
        </pc:graphicFrameChg>
        <pc:picChg chg="mod">
          <ac:chgData name="Emmanuel Akpan" userId="4982adc2-c151-4613-a42e-c9342d2836a9" providerId="ADAL" clId="{1F02752B-5E7F-4C53-9CF8-D31316472B7C}" dt="2026-05-14T14:00:37.873" v="643" actId="1076"/>
          <ac:picMkLst>
            <pc:docMk/>
            <pc:sldMk cId="0" sldId="259"/>
            <ac:picMk id="36" creationId="{83D50174-0FC8-40DC-A6A7-FE56E2F73360}"/>
          </ac:picMkLst>
        </pc:picChg>
      </pc:sldChg>
      <pc:sldChg chg="modSp mod">
        <pc:chgData name="Emmanuel Akpan" userId="4982adc2-c151-4613-a42e-c9342d2836a9" providerId="ADAL" clId="{1F02752B-5E7F-4C53-9CF8-D31316472B7C}" dt="2026-05-20T07:49:47.084" v="2194" actId="20577"/>
        <pc:sldMkLst>
          <pc:docMk/>
          <pc:sldMk cId="0" sldId="260"/>
        </pc:sldMkLst>
        <pc:spChg chg="mod">
          <ac:chgData name="Emmanuel Akpan" userId="4982adc2-c151-4613-a42e-c9342d2836a9" providerId="ADAL" clId="{1F02752B-5E7F-4C53-9CF8-D31316472B7C}" dt="2026-05-20T07:45:30.781" v="2181" actId="14100"/>
          <ac:spMkLst>
            <pc:docMk/>
            <pc:sldMk cId="0" sldId="260"/>
            <ac:spMk id="2" creationId="{5E0DB02D-21FE-4441-8B30-444E94B24CB7}"/>
          </ac:spMkLst>
        </pc:spChg>
        <pc:spChg chg="mod">
          <ac:chgData name="Emmanuel Akpan" userId="4982adc2-c151-4613-a42e-c9342d2836a9" providerId="ADAL" clId="{1F02752B-5E7F-4C53-9CF8-D31316472B7C}" dt="2026-05-20T07:44:33.536" v="2155" actId="14100"/>
          <ac:spMkLst>
            <pc:docMk/>
            <pc:sldMk cId="0" sldId="260"/>
            <ac:spMk id="37" creationId="{923B791A-6D91-4C1A-A6E3-88B1828C32FA}"/>
          </ac:spMkLst>
        </pc:spChg>
        <pc:spChg chg="mod">
          <ac:chgData name="Emmanuel Akpan" userId="4982adc2-c151-4613-a42e-c9342d2836a9" providerId="ADAL" clId="{1F02752B-5E7F-4C53-9CF8-D31316472B7C}" dt="2026-05-20T07:43:03.235" v="2129"/>
          <ac:spMkLst>
            <pc:docMk/>
            <pc:sldMk cId="0" sldId="260"/>
            <ac:spMk id="49" creationId="{05C66F0F-6E8A-4C28-905A-EEF0772E1074}"/>
          </ac:spMkLst>
        </pc:spChg>
        <pc:spChg chg="mod">
          <ac:chgData name="Emmanuel Akpan" userId="4982adc2-c151-4613-a42e-c9342d2836a9" providerId="ADAL" clId="{1F02752B-5E7F-4C53-9CF8-D31316472B7C}" dt="2026-05-20T07:49:47.084" v="2194" actId="20577"/>
          <ac:spMkLst>
            <pc:docMk/>
            <pc:sldMk cId="0" sldId="260"/>
            <ac:spMk id="55" creationId="{6E2D1E86-AA7C-4776-939E-613FA4096EC1}"/>
          </ac:spMkLst>
        </pc:spChg>
        <pc:spChg chg="mod">
          <ac:chgData name="Emmanuel Akpan" userId="4982adc2-c151-4613-a42e-c9342d2836a9" providerId="ADAL" clId="{1F02752B-5E7F-4C53-9CF8-D31316472B7C}" dt="2026-05-20T07:44:23.985" v="2154" actId="1036"/>
          <ac:spMkLst>
            <pc:docMk/>
            <pc:sldMk cId="0" sldId="260"/>
            <ac:spMk id="56" creationId="{16004926-B0B1-41ED-B972-F32DFF3A476E}"/>
          </ac:spMkLst>
        </pc:spChg>
        <pc:spChg chg="mod">
          <ac:chgData name="Emmanuel Akpan" userId="4982adc2-c151-4613-a42e-c9342d2836a9" providerId="ADAL" clId="{1F02752B-5E7F-4C53-9CF8-D31316472B7C}" dt="2026-05-20T07:49:33.207" v="2193" actId="113"/>
          <ac:spMkLst>
            <pc:docMk/>
            <pc:sldMk cId="0" sldId="260"/>
            <ac:spMk id="71" creationId="{F9EEEA49-DA99-48B3-89B9-44CA0288FD24}"/>
          </ac:spMkLst>
        </pc:spChg>
        <pc:spChg chg="mod">
          <ac:chgData name="Emmanuel Akpan" userId="4982adc2-c151-4613-a42e-c9342d2836a9" providerId="ADAL" clId="{1F02752B-5E7F-4C53-9CF8-D31316472B7C}" dt="2026-05-20T07:49:19.956" v="2191" actId="113"/>
          <ac:spMkLst>
            <pc:docMk/>
            <pc:sldMk cId="0" sldId="260"/>
            <ac:spMk id="72" creationId="{1A6E485F-AB5A-4375-B908-D9F1897B867D}"/>
          </ac:spMkLst>
        </pc:spChg>
        <pc:spChg chg="mod">
          <ac:chgData name="Emmanuel Akpan" userId="4982adc2-c151-4613-a42e-c9342d2836a9" providerId="ADAL" clId="{1F02752B-5E7F-4C53-9CF8-D31316472B7C}" dt="2026-05-20T07:43:03.235" v="2129"/>
          <ac:spMkLst>
            <pc:docMk/>
            <pc:sldMk cId="0" sldId="260"/>
            <ac:spMk id="81" creationId="{B2C2277D-EA91-4C9B-81BC-8794166421FA}"/>
          </ac:spMkLst>
        </pc:spChg>
        <pc:grpChg chg="mod">
          <ac:chgData name="Emmanuel Akpan" userId="4982adc2-c151-4613-a42e-c9342d2836a9" providerId="ADAL" clId="{1F02752B-5E7F-4C53-9CF8-D31316472B7C}" dt="2026-05-20T07:43:03.235" v="2129"/>
          <ac:grpSpMkLst>
            <pc:docMk/>
            <pc:sldMk cId="0" sldId="260"/>
            <ac:grpSpMk id="39" creationId="{DCAC7694-B298-4777-B6C3-D61835F32B1F}"/>
          </ac:grpSpMkLst>
        </pc:grpChg>
        <pc:cxnChg chg="mod">
          <ac:chgData name="Emmanuel Akpan" userId="4982adc2-c151-4613-a42e-c9342d2836a9" providerId="ADAL" clId="{1F02752B-5E7F-4C53-9CF8-D31316472B7C}" dt="2026-05-20T07:44:39.848" v="2156" actId="14100"/>
          <ac:cxnSpMkLst>
            <pc:docMk/>
            <pc:sldMk cId="0" sldId="260"/>
            <ac:cxnSpMk id="50" creationId="{7F4B0B27-A478-4980-B776-80820D2F6684}"/>
          </ac:cxnSpMkLst>
        </pc:cxnChg>
      </pc:sldChg>
      <pc:sldChg chg="modSp del mod ord">
        <pc:chgData name="Emmanuel Akpan" userId="4982adc2-c151-4613-a42e-c9342d2836a9" providerId="ADAL" clId="{1F02752B-5E7F-4C53-9CF8-D31316472B7C}" dt="2026-05-21T08:20:45.997" v="2897" actId="2696"/>
        <pc:sldMkLst>
          <pc:docMk/>
          <pc:sldMk cId="1734445248" sldId="262"/>
        </pc:sldMkLst>
      </pc:sldChg>
      <pc:sldChg chg="addSp delSp modSp mod ord">
        <pc:chgData name="Emmanuel Akpan" userId="4982adc2-c151-4613-a42e-c9342d2836a9" providerId="ADAL" clId="{1F02752B-5E7F-4C53-9CF8-D31316472B7C}" dt="2026-05-20T09:22:52.468" v="2501" actId="20577"/>
        <pc:sldMkLst>
          <pc:docMk/>
          <pc:sldMk cId="2702784868" sldId="264"/>
        </pc:sldMkLst>
        <pc:spChg chg="add mod">
          <ac:chgData name="Emmanuel Akpan" userId="4982adc2-c151-4613-a42e-c9342d2836a9" providerId="ADAL" clId="{1F02752B-5E7F-4C53-9CF8-D31316472B7C}" dt="2026-05-17T13:38:46.649" v="1267" actId="20577"/>
          <ac:spMkLst>
            <pc:docMk/>
            <pc:sldMk cId="2702784868" sldId="264"/>
            <ac:spMk id="2" creationId="{CC6E4460-F7A4-661D-5E92-DA79B916D9B9}"/>
          </ac:spMkLst>
        </pc:spChg>
        <pc:spChg chg="add del mod">
          <ac:chgData name="Emmanuel Akpan" userId="4982adc2-c151-4613-a42e-c9342d2836a9" providerId="ADAL" clId="{1F02752B-5E7F-4C53-9CF8-D31316472B7C}" dt="2026-05-20T09:22:08.076" v="2498" actId="26606"/>
          <ac:spMkLst>
            <pc:docMk/>
            <pc:sldMk cId="2702784868" sldId="264"/>
            <ac:spMk id="6" creationId="{3B27EC3C-2BEE-4633-8B91-795198F85535}"/>
          </ac:spMkLst>
        </pc:spChg>
        <pc:graphicFrameChg chg="add del">
          <ac:chgData name="Emmanuel Akpan" userId="4982adc2-c151-4613-a42e-c9342d2836a9" providerId="ADAL" clId="{1F02752B-5E7F-4C53-9CF8-D31316472B7C}" dt="2026-05-20T09:22:08.060" v="2497" actId="26606"/>
          <ac:graphicFrameMkLst>
            <pc:docMk/>
            <pc:sldMk cId="2702784868" sldId="264"/>
            <ac:graphicFrameMk id="12" creationId="{D99ADE77-B459-D227-59DA-2870A92D8735}"/>
          </ac:graphicFrameMkLst>
        </pc:graphicFrameChg>
        <pc:graphicFrameChg chg="add mod modGraphic">
          <ac:chgData name="Emmanuel Akpan" userId="4982adc2-c151-4613-a42e-c9342d2836a9" providerId="ADAL" clId="{1F02752B-5E7F-4C53-9CF8-D31316472B7C}" dt="2026-05-20T09:22:52.468" v="2501" actId="20577"/>
          <ac:graphicFrameMkLst>
            <pc:docMk/>
            <pc:sldMk cId="2702784868" sldId="264"/>
            <ac:graphicFrameMk id="14" creationId="{29D60AC7-010A-DF90-9809-886CB3F98C75}"/>
          </ac:graphicFrameMkLst>
        </pc:graphicFrameChg>
      </pc:sldChg>
      <pc:sldChg chg="addSp delSp modSp mod modNotesTx">
        <pc:chgData name="Emmanuel Akpan" userId="4982adc2-c151-4613-a42e-c9342d2836a9" providerId="ADAL" clId="{1F02752B-5E7F-4C53-9CF8-D31316472B7C}" dt="2026-05-17T13:40:13.423" v="1273"/>
        <pc:sldMkLst>
          <pc:docMk/>
          <pc:sldMk cId="1442770433" sldId="265"/>
        </pc:sldMkLst>
        <pc:spChg chg="mod">
          <ac:chgData name="Emmanuel Akpan" userId="4982adc2-c151-4613-a42e-c9342d2836a9" providerId="ADAL" clId="{1F02752B-5E7F-4C53-9CF8-D31316472B7C}" dt="2026-05-14T13:38:29.974" v="341" actId="1076"/>
          <ac:spMkLst>
            <pc:docMk/>
            <pc:sldMk cId="1442770433" sldId="265"/>
            <ac:spMk id="4" creationId="{6ECEB8B0-6562-4EB9-8C6E-6DBB6FE5E5F1}"/>
          </ac:spMkLst>
        </pc:spChg>
        <pc:spChg chg="mod">
          <ac:chgData name="Emmanuel Akpan" userId="4982adc2-c151-4613-a42e-c9342d2836a9" providerId="ADAL" clId="{1F02752B-5E7F-4C53-9CF8-D31316472B7C}" dt="2026-05-14T13:44:34.355" v="426" actId="1036"/>
          <ac:spMkLst>
            <pc:docMk/>
            <pc:sldMk cId="1442770433" sldId="265"/>
            <ac:spMk id="5" creationId="{D6463A63-7C82-42C5-917E-94A34C452B30}"/>
          </ac:spMkLst>
        </pc:spChg>
        <pc:spChg chg="mod">
          <ac:chgData name="Emmanuel Akpan" userId="4982adc2-c151-4613-a42e-c9342d2836a9" providerId="ADAL" clId="{1F02752B-5E7F-4C53-9CF8-D31316472B7C}" dt="2026-05-14T08:35:01.146" v="21" actId="1035"/>
          <ac:spMkLst>
            <pc:docMk/>
            <pc:sldMk cId="1442770433" sldId="265"/>
            <ac:spMk id="7" creationId="{E5A1CD87-3FCE-4359-B7F2-235FBE7FF2E5}"/>
          </ac:spMkLst>
        </pc:spChg>
        <pc:spChg chg="mod">
          <ac:chgData name="Emmanuel Akpan" userId="4982adc2-c151-4613-a42e-c9342d2836a9" providerId="ADAL" clId="{1F02752B-5E7F-4C53-9CF8-D31316472B7C}" dt="2026-05-14T08:35:01.146" v="21" actId="1035"/>
          <ac:spMkLst>
            <pc:docMk/>
            <pc:sldMk cId="1442770433" sldId="265"/>
            <ac:spMk id="45" creationId="{97D93C0C-C4A3-4C46-8013-A2B72ABD2EF3}"/>
          </ac:spMkLst>
        </pc:spChg>
        <pc:graphicFrameChg chg="add mod modGraphic">
          <ac:chgData name="Emmanuel Akpan" userId="4982adc2-c151-4613-a42e-c9342d2836a9" providerId="ADAL" clId="{1F02752B-5E7F-4C53-9CF8-D31316472B7C}" dt="2026-05-17T13:40:13.423" v="1273"/>
          <ac:graphicFrameMkLst>
            <pc:docMk/>
            <pc:sldMk cId="1442770433" sldId="265"/>
            <ac:graphicFrameMk id="3" creationId="{EE31A568-1707-3C2F-7B1B-94A39516CAB7}"/>
          </ac:graphicFrameMkLst>
        </pc:graphicFrameChg>
      </pc:sldChg>
      <pc:sldChg chg="addSp delSp modSp mod">
        <pc:chgData name="Emmanuel Akpan" userId="4982adc2-c151-4613-a42e-c9342d2836a9" providerId="ADAL" clId="{1F02752B-5E7F-4C53-9CF8-D31316472B7C}" dt="2026-05-21T08:24:39.795" v="3031" actId="1035"/>
        <pc:sldMkLst>
          <pc:docMk/>
          <pc:sldMk cId="2765993360" sldId="268"/>
        </pc:sldMkLst>
        <pc:spChg chg="mod">
          <ac:chgData name="Emmanuel Akpan" userId="4982adc2-c151-4613-a42e-c9342d2836a9" providerId="ADAL" clId="{1F02752B-5E7F-4C53-9CF8-D31316472B7C}" dt="2026-05-20T10:06:39.906" v="2512" actId="1035"/>
          <ac:spMkLst>
            <pc:docMk/>
            <pc:sldMk cId="2765993360" sldId="268"/>
            <ac:spMk id="7" creationId="{D5F72C2E-80D0-452C-B6A2-311C91E0C884}"/>
          </ac:spMkLst>
        </pc:spChg>
        <pc:spChg chg="add mod">
          <ac:chgData name="Emmanuel Akpan" userId="4982adc2-c151-4613-a42e-c9342d2836a9" providerId="ADAL" clId="{1F02752B-5E7F-4C53-9CF8-D31316472B7C}" dt="2026-05-21T08:23:04.754" v="2935"/>
          <ac:spMkLst>
            <pc:docMk/>
            <pc:sldMk cId="2765993360" sldId="268"/>
            <ac:spMk id="9" creationId="{8423C07C-637C-5391-32B5-6DFCE655CC42}"/>
          </ac:spMkLst>
        </pc:spChg>
        <pc:spChg chg="mod">
          <ac:chgData name="Emmanuel Akpan" userId="4982adc2-c151-4613-a42e-c9342d2836a9" providerId="ADAL" clId="{1F02752B-5E7F-4C53-9CF8-D31316472B7C}" dt="2026-05-21T08:24:39.795" v="3031" actId="1035"/>
          <ac:spMkLst>
            <pc:docMk/>
            <pc:sldMk cId="2765993360" sldId="268"/>
            <ac:spMk id="11" creationId="{C820506C-8F12-42CF-8506-B5D9D5814347}"/>
          </ac:spMkLst>
        </pc:spChg>
        <pc:spChg chg="mod">
          <ac:chgData name="Emmanuel Akpan" userId="4982adc2-c151-4613-a42e-c9342d2836a9" providerId="ADAL" clId="{1F02752B-5E7F-4C53-9CF8-D31316472B7C}" dt="2026-05-21T08:23:04.754" v="2935"/>
          <ac:spMkLst>
            <pc:docMk/>
            <pc:sldMk cId="2765993360" sldId="268"/>
            <ac:spMk id="12" creationId="{9F409799-6F70-DEA4-2F07-DB34C68ED5A2}"/>
          </ac:spMkLst>
        </pc:spChg>
        <pc:spChg chg="mod">
          <ac:chgData name="Emmanuel Akpan" userId="4982adc2-c151-4613-a42e-c9342d2836a9" providerId="ADAL" clId="{1F02752B-5E7F-4C53-9CF8-D31316472B7C}" dt="2026-05-21T08:23:04.754" v="2935"/>
          <ac:spMkLst>
            <pc:docMk/>
            <pc:sldMk cId="2765993360" sldId="268"/>
            <ac:spMk id="13" creationId="{7E1F008B-0456-BE48-16AE-9504D0DF9200}"/>
          </ac:spMkLst>
        </pc:spChg>
        <pc:spChg chg="add mod">
          <ac:chgData name="Emmanuel Akpan" userId="4982adc2-c151-4613-a42e-c9342d2836a9" providerId="ADAL" clId="{1F02752B-5E7F-4C53-9CF8-D31316472B7C}" dt="2026-05-21T08:23:04.754" v="2935"/>
          <ac:spMkLst>
            <pc:docMk/>
            <pc:sldMk cId="2765993360" sldId="268"/>
            <ac:spMk id="14" creationId="{0209384E-8E8D-B539-B13F-D32AD56118E8}"/>
          </ac:spMkLst>
        </pc:spChg>
        <pc:spChg chg="mod">
          <ac:chgData name="Emmanuel Akpan" userId="4982adc2-c151-4613-a42e-c9342d2836a9" providerId="ADAL" clId="{1F02752B-5E7F-4C53-9CF8-D31316472B7C}" dt="2026-05-21T08:24:31.655" v="3018" actId="1035"/>
          <ac:spMkLst>
            <pc:docMk/>
            <pc:sldMk cId="2765993360" sldId="268"/>
            <ac:spMk id="25" creationId="{9CFFBE0E-9390-4347-AB35-6326752A4FD0}"/>
          </ac:spMkLst>
        </pc:spChg>
        <pc:spChg chg="mod">
          <ac:chgData name="Emmanuel Akpan" userId="4982adc2-c151-4613-a42e-c9342d2836a9" providerId="ADAL" clId="{1F02752B-5E7F-4C53-9CF8-D31316472B7C}" dt="2026-05-21T08:24:06.155" v="2995" actId="20577"/>
          <ac:spMkLst>
            <pc:docMk/>
            <pc:sldMk cId="2765993360" sldId="268"/>
            <ac:spMk id="26" creationId="{6AEEAC5D-49D3-4864-87AC-9E7378553F5B}"/>
          </ac:spMkLst>
        </pc:spChg>
        <pc:spChg chg="mod">
          <ac:chgData name="Emmanuel Akpan" userId="4982adc2-c151-4613-a42e-c9342d2836a9" providerId="ADAL" clId="{1F02752B-5E7F-4C53-9CF8-D31316472B7C}" dt="2026-05-21T08:24:39.795" v="3031" actId="1035"/>
          <ac:spMkLst>
            <pc:docMk/>
            <pc:sldMk cId="2765993360" sldId="268"/>
            <ac:spMk id="33" creationId="{6A251D77-24C7-4975-87B6-19AC3A2B4F3F}"/>
          </ac:spMkLst>
        </pc:spChg>
        <pc:spChg chg="mod">
          <ac:chgData name="Emmanuel Akpan" userId="4982adc2-c151-4613-a42e-c9342d2836a9" providerId="ADAL" clId="{1F02752B-5E7F-4C53-9CF8-D31316472B7C}" dt="2026-05-21T08:24:39.795" v="3031" actId="1035"/>
          <ac:spMkLst>
            <pc:docMk/>
            <pc:sldMk cId="2765993360" sldId="268"/>
            <ac:spMk id="37" creationId="{86288722-6F5B-4C9B-8AEE-F30CEC0A95BE}"/>
          </ac:spMkLst>
        </pc:spChg>
        <pc:spChg chg="mod">
          <ac:chgData name="Emmanuel Akpan" userId="4982adc2-c151-4613-a42e-c9342d2836a9" providerId="ADAL" clId="{1F02752B-5E7F-4C53-9CF8-D31316472B7C}" dt="2026-05-21T08:24:31.655" v="3018" actId="1035"/>
          <ac:spMkLst>
            <pc:docMk/>
            <pc:sldMk cId="2765993360" sldId="268"/>
            <ac:spMk id="38" creationId="{B39AC797-8618-4583-A213-528D32074CE7}"/>
          </ac:spMkLst>
        </pc:spChg>
        <pc:spChg chg="mod">
          <ac:chgData name="Emmanuel Akpan" userId="4982adc2-c151-4613-a42e-c9342d2836a9" providerId="ADAL" clId="{1F02752B-5E7F-4C53-9CF8-D31316472B7C}" dt="2026-05-21T08:24:16.272" v="3010" actId="1036"/>
          <ac:spMkLst>
            <pc:docMk/>
            <pc:sldMk cId="2765993360" sldId="268"/>
            <ac:spMk id="39" creationId="{E260F114-AFF8-4E91-B045-D79E0410A3C0}"/>
          </ac:spMkLst>
        </pc:spChg>
        <pc:spChg chg="add del">
          <ac:chgData name="Emmanuel Akpan" userId="4982adc2-c151-4613-a42e-c9342d2836a9" providerId="ADAL" clId="{1F02752B-5E7F-4C53-9CF8-D31316472B7C}" dt="2026-05-20T10:06:45.258" v="2514" actId="478"/>
          <ac:spMkLst>
            <pc:docMk/>
            <pc:sldMk cId="2765993360" sldId="268"/>
            <ac:spMk id="41" creationId="{4E7D2EEC-A14E-4B03-BC44-F429F0A395AC}"/>
          </ac:spMkLst>
        </pc:spChg>
        <pc:grpChg chg="add mod">
          <ac:chgData name="Emmanuel Akpan" userId="4982adc2-c151-4613-a42e-c9342d2836a9" providerId="ADAL" clId="{1F02752B-5E7F-4C53-9CF8-D31316472B7C}" dt="2026-05-21T08:23:04.754" v="2935"/>
          <ac:grpSpMkLst>
            <pc:docMk/>
            <pc:sldMk cId="2765993360" sldId="268"/>
            <ac:grpSpMk id="10" creationId="{EB6B3280-C016-6091-740B-32ACEC4D2AAE}"/>
          </ac:grpSpMkLst>
        </pc:grpChg>
        <pc:grpChg chg="mod">
          <ac:chgData name="Emmanuel Akpan" userId="4982adc2-c151-4613-a42e-c9342d2836a9" providerId="ADAL" clId="{1F02752B-5E7F-4C53-9CF8-D31316472B7C}" dt="2026-05-21T08:23:33.575" v="2990" actId="14100"/>
          <ac:grpSpMkLst>
            <pc:docMk/>
            <pc:sldMk cId="2765993360" sldId="268"/>
            <ac:grpSpMk id="22" creationId="{C40C3A8D-650A-4A3B-8A92-E7E01E520B15}"/>
          </ac:grpSpMkLst>
        </pc:grpChg>
        <pc:grpChg chg="mod">
          <ac:chgData name="Emmanuel Akpan" userId="4982adc2-c151-4613-a42e-c9342d2836a9" providerId="ADAL" clId="{1F02752B-5E7F-4C53-9CF8-D31316472B7C}" dt="2026-05-21T08:24:31.655" v="3018" actId="1035"/>
          <ac:grpSpMkLst>
            <pc:docMk/>
            <pc:sldMk cId="2765993360" sldId="268"/>
            <ac:grpSpMk id="27" creationId="{943BCC8F-0E03-49DF-928E-FA546AC988BF}"/>
          </ac:grpSpMkLst>
        </pc:grpChg>
        <pc:grpChg chg="mod">
          <ac:chgData name="Emmanuel Akpan" userId="4982adc2-c151-4613-a42e-c9342d2836a9" providerId="ADAL" clId="{1F02752B-5E7F-4C53-9CF8-D31316472B7C}" dt="2026-05-21T08:24:39.795" v="3031" actId="1035"/>
          <ac:grpSpMkLst>
            <pc:docMk/>
            <pc:sldMk cId="2765993360" sldId="268"/>
            <ac:grpSpMk id="30" creationId="{73DFC660-44DA-40B2-94B7-941C64726E87}"/>
          </ac:grpSpMkLst>
        </pc:grpChg>
      </pc:sldChg>
      <pc:sldChg chg="addSp delSp modSp mod">
        <pc:chgData name="Emmanuel Akpan" userId="4982adc2-c151-4613-a42e-c9342d2836a9" providerId="ADAL" clId="{1F02752B-5E7F-4C53-9CF8-D31316472B7C}" dt="2026-05-14T17:51:33.134" v="1113"/>
        <pc:sldMkLst>
          <pc:docMk/>
          <pc:sldMk cId="1522923240" sldId="269"/>
        </pc:sldMkLst>
        <pc:graphicFrameChg chg="add mod modGraphic">
          <ac:chgData name="Emmanuel Akpan" userId="4982adc2-c151-4613-a42e-c9342d2836a9" providerId="ADAL" clId="{1F02752B-5E7F-4C53-9CF8-D31316472B7C}" dt="2026-05-14T17:51:33.134" v="1113"/>
          <ac:graphicFrameMkLst>
            <pc:docMk/>
            <pc:sldMk cId="1522923240" sldId="269"/>
            <ac:graphicFrameMk id="6" creationId="{8880DACD-E4D1-D8EC-5A59-2708EF4F45B1}"/>
          </ac:graphicFrameMkLst>
        </pc:graphicFrameChg>
      </pc:sldChg>
      <pc:sldChg chg="addSp modSp mod modTransition modAnim">
        <pc:chgData name="Emmanuel Akpan" userId="4982adc2-c151-4613-a42e-c9342d2836a9" providerId="ADAL" clId="{1F02752B-5E7F-4C53-9CF8-D31316472B7C}" dt="2026-05-19T08:58:01.976" v="1872"/>
        <pc:sldMkLst>
          <pc:docMk/>
          <pc:sldMk cId="3016115168" sldId="278"/>
        </pc:sldMkLst>
        <pc:spChg chg="add mod">
          <ac:chgData name="Emmanuel Akpan" userId="4982adc2-c151-4613-a42e-c9342d2836a9" providerId="ADAL" clId="{1F02752B-5E7F-4C53-9CF8-D31316472B7C}" dt="2026-05-19T08:48:26.625" v="1839" actId="1076"/>
          <ac:spMkLst>
            <pc:docMk/>
            <pc:sldMk cId="3016115168" sldId="278"/>
            <ac:spMk id="2" creationId="{1ACA336A-5678-474F-AB6D-4A63ED072ADD}"/>
          </ac:spMkLst>
        </pc:spChg>
        <pc:spChg chg="add mod">
          <ac:chgData name="Emmanuel Akpan" userId="4982adc2-c151-4613-a42e-c9342d2836a9" providerId="ADAL" clId="{1F02752B-5E7F-4C53-9CF8-D31316472B7C}" dt="2026-05-19T08:39:22.242" v="1790" actId="14100"/>
          <ac:spMkLst>
            <pc:docMk/>
            <pc:sldMk cId="3016115168" sldId="278"/>
            <ac:spMk id="5" creationId="{4731C22E-E233-ADD6-C3B4-D2DF9BD402A0}"/>
          </ac:spMkLst>
        </pc:spChg>
        <pc:spChg chg="add mod">
          <ac:chgData name="Emmanuel Akpan" userId="4982adc2-c151-4613-a42e-c9342d2836a9" providerId="ADAL" clId="{1F02752B-5E7F-4C53-9CF8-D31316472B7C}" dt="2026-05-19T08:42:05.491" v="1808" actId="1076"/>
          <ac:spMkLst>
            <pc:docMk/>
            <pc:sldMk cId="3016115168" sldId="278"/>
            <ac:spMk id="6" creationId="{79DF6687-4945-0843-D0D2-572CFA899260}"/>
          </ac:spMkLst>
        </pc:spChg>
        <pc:spChg chg="add mod">
          <ac:chgData name="Emmanuel Akpan" userId="4982adc2-c151-4613-a42e-c9342d2836a9" providerId="ADAL" clId="{1F02752B-5E7F-4C53-9CF8-D31316472B7C}" dt="2026-05-19T08:43:50.325" v="1817" actId="1076"/>
          <ac:spMkLst>
            <pc:docMk/>
            <pc:sldMk cId="3016115168" sldId="278"/>
            <ac:spMk id="7" creationId="{A9010D95-4233-224A-4C15-3AF92746FAFF}"/>
          </ac:spMkLst>
        </pc:spChg>
        <pc:spChg chg="add mod">
          <ac:chgData name="Emmanuel Akpan" userId="4982adc2-c151-4613-a42e-c9342d2836a9" providerId="ADAL" clId="{1F02752B-5E7F-4C53-9CF8-D31316472B7C}" dt="2026-05-19T08:48:09.751" v="1838" actId="207"/>
          <ac:spMkLst>
            <pc:docMk/>
            <pc:sldMk cId="3016115168" sldId="278"/>
            <ac:spMk id="8" creationId="{14673AE6-8F96-3D65-666F-20170BE0B21D}"/>
          </ac:spMkLst>
        </pc:spChg>
        <pc:spChg chg="add mod">
          <ac:chgData name="Emmanuel Akpan" userId="4982adc2-c151-4613-a42e-c9342d2836a9" providerId="ADAL" clId="{1F02752B-5E7F-4C53-9CF8-D31316472B7C}" dt="2026-05-19T08:51:06.215" v="1847" actId="14100"/>
          <ac:spMkLst>
            <pc:docMk/>
            <pc:sldMk cId="3016115168" sldId="278"/>
            <ac:spMk id="9" creationId="{14419F37-8E2A-9B0F-83AB-BE491CC6E39A}"/>
          </ac:spMkLst>
        </pc:spChg>
        <pc:spChg chg="add mod">
          <ac:chgData name="Emmanuel Akpan" userId="4982adc2-c151-4613-a42e-c9342d2836a9" providerId="ADAL" clId="{1F02752B-5E7F-4C53-9CF8-D31316472B7C}" dt="2026-05-19T08:51:43.717" v="1857" actId="14100"/>
          <ac:spMkLst>
            <pc:docMk/>
            <pc:sldMk cId="3016115168" sldId="278"/>
            <ac:spMk id="10" creationId="{8AD0448D-B029-25B5-2C86-8210A6DF249B}"/>
          </ac:spMkLst>
        </pc:spChg>
      </pc:sldChg>
      <pc:sldChg chg="modSp mod">
        <pc:chgData name="Emmanuel Akpan" userId="4982adc2-c151-4613-a42e-c9342d2836a9" providerId="ADAL" clId="{1F02752B-5E7F-4C53-9CF8-D31316472B7C}" dt="2026-05-21T08:21:35.296" v="2900" actId="113"/>
        <pc:sldMkLst>
          <pc:docMk/>
          <pc:sldMk cId="3016384882" sldId="280"/>
        </pc:sldMkLst>
        <pc:spChg chg="mod">
          <ac:chgData name="Emmanuel Akpan" userId="4982adc2-c151-4613-a42e-c9342d2836a9" providerId="ADAL" clId="{1F02752B-5E7F-4C53-9CF8-D31316472B7C}" dt="2026-05-14T10:06:29.752" v="261" actId="1076"/>
          <ac:spMkLst>
            <pc:docMk/>
            <pc:sldMk cId="3016384882" sldId="280"/>
            <ac:spMk id="4" creationId="{00000000-0000-0000-0000-000000000000}"/>
          </ac:spMkLst>
        </pc:spChg>
        <pc:spChg chg="mod">
          <ac:chgData name="Emmanuel Akpan" userId="4982adc2-c151-4613-a42e-c9342d2836a9" providerId="ADAL" clId="{1F02752B-5E7F-4C53-9CF8-D31316472B7C}" dt="2026-05-20T07:50:08.354" v="2196"/>
          <ac:spMkLst>
            <pc:docMk/>
            <pc:sldMk cId="3016384882" sldId="280"/>
            <ac:spMk id="58" creationId="{E3612747-DC3C-43AE-9836-07DF7533254A}"/>
          </ac:spMkLst>
        </pc:spChg>
        <pc:spChg chg="mod">
          <ac:chgData name="Emmanuel Akpan" userId="4982adc2-c151-4613-a42e-c9342d2836a9" providerId="ADAL" clId="{1F02752B-5E7F-4C53-9CF8-D31316472B7C}" dt="2026-05-21T08:21:35.296" v="2900" actId="113"/>
          <ac:spMkLst>
            <pc:docMk/>
            <pc:sldMk cId="3016384882" sldId="280"/>
            <ac:spMk id="59" creationId="{08173329-1C7F-4B7A-A5EC-C88D04332F6C}"/>
          </ac:spMkLst>
        </pc:spChg>
        <pc:spChg chg="mod">
          <ac:chgData name="Emmanuel Akpan" userId="4982adc2-c151-4613-a42e-c9342d2836a9" providerId="ADAL" clId="{1F02752B-5E7F-4C53-9CF8-D31316472B7C}" dt="2026-05-20T07:50:08.354" v="2196"/>
          <ac:spMkLst>
            <pc:docMk/>
            <pc:sldMk cId="3016384882" sldId="280"/>
            <ac:spMk id="73" creationId="{139D66F2-775F-4133-8AC1-EF31F53E7BBC}"/>
          </ac:spMkLst>
        </pc:spChg>
        <pc:spChg chg="mod">
          <ac:chgData name="Emmanuel Akpan" userId="4982adc2-c151-4613-a42e-c9342d2836a9" providerId="ADAL" clId="{1F02752B-5E7F-4C53-9CF8-D31316472B7C}" dt="2026-05-20T07:50:08.354" v="2196"/>
          <ac:spMkLst>
            <pc:docMk/>
            <pc:sldMk cId="3016384882" sldId="280"/>
            <ac:spMk id="74" creationId="{896C48A5-D420-4ED5-A82B-A014157559DC}"/>
          </ac:spMkLst>
        </pc:spChg>
        <pc:grpChg chg="mod">
          <ac:chgData name="Emmanuel Akpan" userId="4982adc2-c151-4613-a42e-c9342d2836a9" providerId="ADAL" clId="{1F02752B-5E7F-4C53-9CF8-D31316472B7C}" dt="2026-05-20T07:50:08.354" v="2196"/>
          <ac:grpSpMkLst>
            <pc:docMk/>
            <pc:sldMk cId="3016384882" sldId="280"/>
            <ac:grpSpMk id="39" creationId="{DCAC7694-B298-4777-B6C3-D61835F32B1F}"/>
          </ac:grpSpMkLst>
        </pc:grpChg>
      </pc:sldChg>
      <pc:sldChg chg="addSp delSp modSp mod ord">
        <pc:chgData name="Emmanuel Akpan" userId="4982adc2-c151-4613-a42e-c9342d2836a9" providerId="ADAL" clId="{1F02752B-5E7F-4C53-9CF8-D31316472B7C}" dt="2026-05-20T10:18:38.492" v="2896" actId="478"/>
        <pc:sldMkLst>
          <pc:docMk/>
          <pc:sldMk cId="969853129" sldId="281"/>
        </pc:sldMkLst>
        <pc:spChg chg="del">
          <ac:chgData name="Emmanuel Akpan" userId="4982adc2-c151-4613-a42e-c9342d2836a9" providerId="ADAL" clId="{1F02752B-5E7F-4C53-9CF8-D31316472B7C}" dt="2026-05-20T09:12:29.876" v="2493" actId="478"/>
          <ac:spMkLst>
            <pc:docMk/>
            <pc:sldMk cId="969853129" sldId="281"/>
            <ac:spMk id="2" creationId="{F5464F18-B67B-4B15-A29F-03C0E1846358}"/>
          </ac:spMkLst>
        </pc:spChg>
        <pc:spChg chg="add">
          <ac:chgData name="Emmanuel Akpan" userId="4982adc2-c151-4613-a42e-c9342d2836a9" providerId="ADAL" clId="{1F02752B-5E7F-4C53-9CF8-D31316472B7C}" dt="2026-05-20T09:12:45.115" v="2495" actId="478"/>
          <ac:spMkLst>
            <pc:docMk/>
            <pc:sldMk cId="969853129" sldId="281"/>
            <ac:spMk id="3" creationId="{4FFB4816-9F81-416B-8AFB-8F003CFBFCD9}"/>
          </ac:spMkLst>
        </pc:spChg>
        <pc:spChg chg="add del">
          <ac:chgData name="Emmanuel Akpan" userId="4982adc2-c151-4613-a42e-c9342d2836a9" providerId="ADAL" clId="{1F02752B-5E7F-4C53-9CF8-D31316472B7C}" dt="2026-05-20T09:12:45.115" v="2495" actId="478"/>
          <ac:spMkLst>
            <pc:docMk/>
            <pc:sldMk cId="969853129" sldId="281"/>
            <ac:spMk id="12" creationId="{6E55C32C-2974-4D5F-8666-BDFD93EFCF36}"/>
          </ac:spMkLst>
        </pc:spChg>
        <pc:spChg chg="add del">
          <ac:chgData name="Emmanuel Akpan" userId="4982adc2-c151-4613-a42e-c9342d2836a9" providerId="ADAL" clId="{1F02752B-5E7F-4C53-9CF8-D31316472B7C}" dt="2026-05-20T09:12:45.115" v="2495" actId="478"/>
          <ac:spMkLst>
            <pc:docMk/>
            <pc:sldMk cId="969853129" sldId="281"/>
            <ac:spMk id="13" creationId="{5F4F39A7-66F6-4052-A291-65B73575913A}"/>
          </ac:spMkLst>
        </pc:spChg>
        <pc:spChg chg="add del mod">
          <ac:chgData name="Emmanuel Akpan" userId="4982adc2-c151-4613-a42e-c9342d2836a9" providerId="ADAL" clId="{1F02752B-5E7F-4C53-9CF8-D31316472B7C}" dt="2026-05-20T10:18:37.998" v="2895" actId="1076"/>
          <ac:spMkLst>
            <pc:docMk/>
            <pc:sldMk cId="969853129" sldId="281"/>
            <ac:spMk id="35" creationId="{AD1B5C93-40F8-4047-AE1B-EE83B8E31E57}"/>
          </ac:spMkLst>
        </pc:spChg>
        <pc:spChg chg="add del">
          <ac:chgData name="Emmanuel Akpan" userId="4982adc2-c151-4613-a42e-c9342d2836a9" providerId="ADAL" clId="{1F02752B-5E7F-4C53-9CF8-D31316472B7C}" dt="2026-05-20T10:18:37.655" v="2894" actId="478"/>
          <ac:spMkLst>
            <pc:docMk/>
            <pc:sldMk cId="969853129" sldId="281"/>
            <ac:spMk id="36" creationId="{0982D89F-7654-4536-9378-CCD7DA7ED7DC}"/>
          </ac:spMkLst>
        </pc:spChg>
        <pc:spChg chg="add del">
          <ac:chgData name="Emmanuel Akpan" userId="4982adc2-c151-4613-a42e-c9342d2836a9" providerId="ADAL" clId="{1F02752B-5E7F-4C53-9CF8-D31316472B7C}" dt="2026-05-20T10:18:37.655" v="2894" actId="478"/>
          <ac:spMkLst>
            <pc:docMk/>
            <pc:sldMk cId="969853129" sldId="281"/>
            <ac:spMk id="37" creationId="{82727709-536F-457B-9374-4CB197E6F332}"/>
          </ac:spMkLst>
        </pc:spChg>
        <pc:spChg chg="add del">
          <ac:chgData name="Emmanuel Akpan" userId="4982adc2-c151-4613-a42e-c9342d2836a9" providerId="ADAL" clId="{1F02752B-5E7F-4C53-9CF8-D31316472B7C}" dt="2026-05-20T10:18:37.655" v="2894" actId="478"/>
          <ac:spMkLst>
            <pc:docMk/>
            <pc:sldMk cId="969853129" sldId="281"/>
            <ac:spMk id="38" creationId="{D7D7F3C5-308D-4D28-91BB-0A5C48A66F09}"/>
          </ac:spMkLst>
        </pc:spChg>
        <pc:spChg chg="add del">
          <ac:chgData name="Emmanuel Akpan" userId="4982adc2-c151-4613-a42e-c9342d2836a9" providerId="ADAL" clId="{1F02752B-5E7F-4C53-9CF8-D31316472B7C}" dt="2026-05-20T10:18:37.655" v="2894" actId="478"/>
          <ac:spMkLst>
            <pc:docMk/>
            <pc:sldMk cId="969853129" sldId="281"/>
            <ac:spMk id="39" creationId="{F8C56327-AAE5-42B0-9A66-B8F335844C48}"/>
          </ac:spMkLst>
        </pc:spChg>
        <pc:spChg chg="add del">
          <ac:chgData name="Emmanuel Akpan" userId="4982adc2-c151-4613-a42e-c9342d2836a9" providerId="ADAL" clId="{1F02752B-5E7F-4C53-9CF8-D31316472B7C}" dt="2026-05-20T10:18:37.321" v="2893" actId="478"/>
          <ac:spMkLst>
            <pc:docMk/>
            <pc:sldMk cId="969853129" sldId="281"/>
            <ac:spMk id="42" creationId="{8C47B132-25E7-4550-98B7-E7AC6DFF1960}"/>
          </ac:spMkLst>
        </pc:spChg>
        <pc:spChg chg="add del">
          <ac:chgData name="Emmanuel Akpan" userId="4982adc2-c151-4613-a42e-c9342d2836a9" providerId="ADAL" clId="{1F02752B-5E7F-4C53-9CF8-D31316472B7C}" dt="2026-05-20T10:18:37.321" v="2893" actId="478"/>
          <ac:spMkLst>
            <pc:docMk/>
            <pc:sldMk cId="969853129" sldId="281"/>
            <ac:spMk id="45" creationId="{3A9294DF-6FF8-4F3C-8B00-0BF261D1A0C6}"/>
          </ac:spMkLst>
        </pc:spChg>
        <pc:spChg chg="add del">
          <ac:chgData name="Emmanuel Akpan" userId="4982adc2-c151-4613-a42e-c9342d2836a9" providerId="ADAL" clId="{1F02752B-5E7F-4C53-9CF8-D31316472B7C}" dt="2026-05-20T09:12:45.115" v="2495" actId="478"/>
          <ac:spMkLst>
            <pc:docMk/>
            <pc:sldMk cId="969853129" sldId="281"/>
            <ac:spMk id="47" creationId="{4808803A-043D-461F-A989-21C87554440D}"/>
          </ac:spMkLst>
        </pc:spChg>
        <pc:grpChg chg="add del">
          <ac:chgData name="Emmanuel Akpan" userId="4982adc2-c151-4613-a42e-c9342d2836a9" providerId="ADAL" clId="{1F02752B-5E7F-4C53-9CF8-D31316472B7C}" dt="2026-05-20T10:18:38.492" v="2896" actId="478"/>
          <ac:grpSpMkLst>
            <pc:docMk/>
            <pc:sldMk cId="969853129" sldId="281"/>
            <ac:grpSpMk id="4" creationId="{DDDB9F1F-D717-4E77-BC53-70BA70355BC4}"/>
          </ac:grpSpMkLst>
        </pc:grpChg>
        <pc:graphicFrameChg chg="add mod">
          <ac:chgData name="Emmanuel Akpan" userId="4982adc2-c151-4613-a42e-c9342d2836a9" providerId="ADAL" clId="{1F02752B-5E7F-4C53-9CF8-D31316472B7C}" dt="2026-05-20T09:12:41.945" v="2494"/>
          <ac:graphicFrameMkLst>
            <pc:docMk/>
            <pc:sldMk cId="969853129" sldId="281"/>
            <ac:graphicFrameMk id="14" creationId="{DEDBE4EF-9AA4-5381-C8AB-4736CA044DFA}"/>
          </ac:graphicFrameMkLst>
        </pc:graphicFrameChg>
        <pc:cxnChg chg="mod">
          <ac:chgData name="Emmanuel Akpan" userId="4982adc2-c151-4613-a42e-c9342d2836a9" providerId="ADAL" clId="{1F02752B-5E7F-4C53-9CF8-D31316472B7C}" dt="2026-05-20T10:18:38.492" v="2896" actId="478"/>
          <ac:cxnSpMkLst>
            <pc:docMk/>
            <pc:sldMk cId="969853129" sldId="281"/>
            <ac:cxnSpMk id="8" creationId="{5EE1F0C3-CB1F-40D5-A8F1-04F4963B1681}"/>
          </ac:cxnSpMkLst>
        </pc:cxnChg>
      </pc:sldChg>
      <pc:sldChg chg="addSp delSp modSp add del mod">
        <pc:chgData name="Emmanuel Akpan" userId="4982adc2-c151-4613-a42e-c9342d2836a9" providerId="ADAL" clId="{1F02752B-5E7F-4C53-9CF8-D31316472B7C}" dt="2026-05-19T08:31:48.893" v="1740"/>
        <pc:sldMkLst>
          <pc:docMk/>
          <pc:sldMk cId="1646263360" sldId="282"/>
        </pc:sldMkLst>
        <pc:spChg chg="mod">
          <ac:chgData name="Emmanuel Akpan" userId="4982adc2-c151-4613-a42e-c9342d2836a9" providerId="ADAL" clId="{1F02752B-5E7F-4C53-9CF8-D31316472B7C}" dt="2026-05-19T08:23:21.415" v="1706" actId="1035"/>
          <ac:spMkLst>
            <pc:docMk/>
            <pc:sldMk cId="1646263360" sldId="282"/>
            <ac:spMk id="3" creationId="{D123D29C-E543-4BDC-B064-CE82AC0769DA}"/>
          </ac:spMkLst>
        </pc:spChg>
        <pc:graphicFrameChg chg="add mod modGraphic">
          <ac:chgData name="Emmanuel Akpan" userId="4982adc2-c151-4613-a42e-c9342d2836a9" providerId="ADAL" clId="{1F02752B-5E7F-4C53-9CF8-D31316472B7C}" dt="2026-05-19T08:31:48.893" v="1740"/>
          <ac:graphicFrameMkLst>
            <pc:docMk/>
            <pc:sldMk cId="1646263360" sldId="282"/>
            <ac:graphicFrameMk id="6" creationId="{8771C505-36A1-3FC9-0956-6E0222365871}"/>
          </ac:graphicFrameMkLst>
        </pc:graphicFrameChg>
      </pc:sldChg>
      <pc:sldChg chg="addSp delSp modSp mod">
        <pc:chgData name="Emmanuel Akpan" userId="4982adc2-c151-4613-a42e-c9342d2836a9" providerId="ADAL" clId="{1F02752B-5E7F-4C53-9CF8-D31316472B7C}" dt="2026-05-14T17:37:59.092" v="1030"/>
        <pc:sldMkLst>
          <pc:docMk/>
          <pc:sldMk cId="3258166123" sldId="283"/>
        </pc:sldMkLst>
        <pc:graphicFrameChg chg="add mod modGraphic">
          <ac:chgData name="Emmanuel Akpan" userId="4982adc2-c151-4613-a42e-c9342d2836a9" providerId="ADAL" clId="{1F02752B-5E7F-4C53-9CF8-D31316472B7C}" dt="2026-05-14T17:37:59.092" v="1030"/>
          <ac:graphicFrameMkLst>
            <pc:docMk/>
            <pc:sldMk cId="3258166123" sldId="283"/>
            <ac:graphicFrameMk id="10" creationId="{0A0D75B6-D3F4-461B-A018-F51C25FAF965}"/>
          </ac:graphicFrameMkLst>
        </pc:graphicFrameChg>
      </pc:sldChg>
      <pc:sldChg chg="addSp delSp modSp mod">
        <pc:chgData name="Emmanuel Akpan" userId="4982adc2-c151-4613-a42e-c9342d2836a9" providerId="ADAL" clId="{1F02752B-5E7F-4C53-9CF8-D31316472B7C}" dt="2026-05-18T09:51:23.512" v="1538" actId="1076"/>
        <pc:sldMkLst>
          <pc:docMk/>
          <pc:sldMk cId="1113317158" sldId="284"/>
        </pc:sldMkLst>
        <pc:spChg chg="mod">
          <ac:chgData name="Emmanuel Akpan" userId="4982adc2-c151-4613-a42e-c9342d2836a9" providerId="ADAL" clId="{1F02752B-5E7F-4C53-9CF8-D31316472B7C}" dt="2026-05-14T14:28:59.070" v="804" actId="20577"/>
          <ac:spMkLst>
            <pc:docMk/>
            <pc:sldMk cId="1113317158" sldId="284"/>
            <ac:spMk id="9" creationId="{585F95DE-E638-46C5-9E84-03A93720442D}"/>
          </ac:spMkLst>
        </pc:spChg>
        <pc:spChg chg="mod">
          <ac:chgData name="Emmanuel Akpan" userId="4982adc2-c151-4613-a42e-c9342d2836a9" providerId="ADAL" clId="{1F02752B-5E7F-4C53-9CF8-D31316472B7C}" dt="2026-05-14T09:44:29.676" v="152" actId="20577"/>
          <ac:spMkLst>
            <pc:docMk/>
            <pc:sldMk cId="1113317158" sldId="284"/>
            <ac:spMk id="14" creationId="{E6F6E5CC-9D38-44F1-8C87-F45D9678275C}"/>
          </ac:spMkLst>
        </pc:spChg>
        <pc:spChg chg="add mod">
          <ac:chgData name="Emmanuel Akpan" userId="4982adc2-c151-4613-a42e-c9342d2836a9" providerId="ADAL" clId="{1F02752B-5E7F-4C53-9CF8-D31316472B7C}" dt="2026-05-18T09:42:53.064" v="1449" actId="1036"/>
          <ac:spMkLst>
            <pc:docMk/>
            <pc:sldMk cId="1113317158" sldId="284"/>
            <ac:spMk id="33" creationId="{DE910DCE-055D-08C7-45E5-03B2F428F9D8}"/>
          </ac:spMkLst>
        </pc:spChg>
        <pc:spChg chg="add mod">
          <ac:chgData name="Emmanuel Akpan" userId="4982adc2-c151-4613-a42e-c9342d2836a9" providerId="ADAL" clId="{1F02752B-5E7F-4C53-9CF8-D31316472B7C}" dt="2026-05-18T09:42:41.284" v="1440" actId="1037"/>
          <ac:spMkLst>
            <pc:docMk/>
            <pc:sldMk cId="1113317158" sldId="284"/>
            <ac:spMk id="34" creationId="{1A0A0B88-910A-843E-8CAD-1CDB6119F000}"/>
          </ac:spMkLst>
        </pc:spChg>
        <pc:picChg chg="mod ord modCrop">
          <ac:chgData name="Emmanuel Akpan" userId="4982adc2-c151-4613-a42e-c9342d2836a9" providerId="ADAL" clId="{1F02752B-5E7F-4C53-9CF8-D31316472B7C}" dt="2026-05-18T09:51:16.986" v="1536" actId="14100"/>
          <ac:picMkLst>
            <pc:docMk/>
            <pc:sldMk cId="1113317158" sldId="284"/>
            <ac:picMk id="28" creationId="{144B7174-2B56-4174-B1C2-0DDC31825D31}"/>
          </ac:picMkLst>
        </pc:picChg>
        <pc:picChg chg="add mod ord">
          <ac:chgData name="Emmanuel Akpan" userId="4982adc2-c151-4613-a42e-c9342d2836a9" providerId="ADAL" clId="{1F02752B-5E7F-4C53-9CF8-D31316472B7C}" dt="2026-05-18T09:40:48.899" v="1349" actId="1076"/>
          <ac:picMkLst>
            <pc:docMk/>
            <pc:sldMk cId="1113317158" sldId="284"/>
            <ac:picMk id="32" creationId="{4F0D3A69-770C-77C5-E085-9D1CFEF49411}"/>
          </ac:picMkLst>
        </pc:picChg>
        <pc:picChg chg="add mod">
          <ac:chgData name="Emmanuel Akpan" userId="4982adc2-c151-4613-a42e-c9342d2836a9" providerId="ADAL" clId="{1F02752B-5E7F-4C53-9CF8-D31316472B7C}" dt="2026-05-18T09:49:43.698" v="1508" actId="1037"/>
          <ac:picMkLst>
            <pc:docMk/>
            <pc:sldMk cId="1113317158" sldId="284"/>
            <ac:picMk id="40" creationId="{D85B40F1-6135-801F-AFE7-021FDDBFED5A}"/>
          </ac:picMkLst>
        </pc:picChg>
        <pc:picChg chg="add mod">
          <ac:chgData name="Emmanuel Akpan" userId="4982adc2-c151-4613-a42e-c9342d2836a9" providerId="ADAL" clId="{1F02752B-5E7F-4C53-9CF8-D31316472B7C}" dt="2026-05-18T09:49:55.752" v="1511" actId="1076"/>
          <ac:picMkLst>
            <pc:docMk/>
            <pc:sldMk cId="1113317158" sldId="284"/>
            <ac:picMk id="41" creationId="{4E6E401B-C8C9-302D-07E5-B8A40C207B63}"/>
          </ac:picMkLst>
        </pc:picChg>
        <pc:picChg chg="add mod">
          <ac:chgData name="Emmanuel Akpan" userId="4982adc2-c151-4613-a42e-c9342d2836a9" providerId="ADAL" clId="{1F02752B-5E7F-4C53-9CF8-D31316472B7C}" dt="2026-05-18T09:50:11.398" v="1525" actId="1037"/>
          <ac:picMkLst>
            <pc:docMk/>
            <pc:sldMk cId="1113317158" sldId="284"/>
            <ac:picMk id="42" creationId="{DE088BA5-6372-BF2A-B319-A2BAF4660037}"/>
          </ac:picMkLst>
        </pc:picChg>
        <pc:picChg chg="add mod">
          <ac:chgData name="Emmanuel Akpan" userId="4982adc2-c151-4613-a42e-c9342d2836a9" providerId="ADAL" clId="{1F02752B-5E7F-4C53-9CF8-D31316472B7C}" dt="2026-05-18T09:50:19.255" v="1528" actId="1076"/>
          <ac:picMkLst>
            <pc:docMk/>
            <pc:sldMk cId="1113317158" sldId="284"/>
            <ac:picMk id="43" creationId="{14342287-1080-B712-515C-F1943B5707D8}"/>
          </ac:picMkLst>
        </pc:picChg>
        <pc:picChg chg="add mod">
          <ac:chgData name="Emmanuel Akpan" userId="4982adc2-c151-4613-a42e-c9342d2836a9" providerId="ADAL" clId="{1F02752B-5E7F-4C53-9CF8-D31316472B7C}" dt="2026-05-18T09:51:23.512" v="1538" actId="1076"/>
          <ac:picMkLst>
            <pc:docMk/>
            <pc:sldMk cId="1113317158" sldId="284"/>
            <ac:picMk id="44" creationId="{D896C84A-6159-1FE2-2399-BE89C57A40F0}"/>
          </ac:picMkLst>
        </pc:picChg>
      </pc:sldChg>
      <pc:sldChg chg="modSp mod ord">
        <pc:chgData name="Emmanuel Akpan" userId="4982adc2-c151-4613-a42e-c9342d2836a9" providerId="ADAL" clId="{1F02752B-5E7F-4C53-9CF8-D31316472B7C}" dt="2026-05-14T09:44:09.348" v="144" actId="27636"/>
        <pc:sldMkLst>
          <pc:docMk/>
          <pc:sldMk cId="3561570495" sldId="285"/>
        </pc:sldMkLst>
        <pc:spChg chg="mod">
          <ac:chgData name="Emmanuel Akpan" userId="4982adc2-c151-4613-a42e-c9342d2836a9" providerId="ADAL" clId="{1F02752B-5E7F-4C53-9CF8-D31316472B7C}" dt="2026-05-14T09:44:09.348" v="144" actId="27636"/>
          <ac:spMkLst>
            <pc:docMk/>
            <pc:sldMk cId="3561570495" sldId="285"/>
            <ac:spMk id="9" creationId="{AB49A306-C159-4469-BBED-0F41F2E2C53C}"/>
          </ac:spMkLst>
        </pc:spChg>
      </pc:sldChg>
      <pc:sldChg chg="addSp delSp modSp new mod setBg modClrScheme setClrOvrMap delDesignElem chgLayout modNotesTx">
        <pc:chgData name="Emmanuel Akpan" userId="4982adc2-c151-4613-a42e-c9342d2836a9" providerId="ADAL" clId="{1F02752B-5E7F-4C53-9CF8-D31316472B7C}" dt="2026-05-20T10:06:40.686" v="2513"/>
        <pc:sldMkLst>
          <pc:docMk/>
          <pc:sldMk cId="2788475727" sldId="287"/>
        </pc:sldMkLst>
        <pc:spChg chg="add mod ord">
          <ac:chgData name="Emmanuel Akpan" userId="4982adc2-c151-4613-a42e-c9342d2836a9" providerId="ADAL" clId="{1F02752B-5E7F-4C53-9CF8-D31316472B7C}" dt="2026-05-20T08:47:55.692" v="2394" actId="26606"/>
          <ac:spMkLst>
            <pc:docMk/>
            <pc:sldMk cId="2788475727" sldId="287"/>
            <ac:spMk id="2" creationId="{DA16934C-7301-8981-3313-2AA99FA4F500}"/>
          </ac:spMkLst>
        </pc:spChg>
        <pc:spChg chg="add del mod">
          <ac:chgData name="Emmanuel Akpan" userId="4982adc2-c151-4613-a42e-c9342d2836a9" providerId="ADAL" clId="{1F02752B-5E7F-4C53-9CF8-D31316472B7C}" dt="2026-05-20T08:21:17.117" v="2338" actId="478"/>
          <ac:spMkLst>
            <pc:docMk/>
            <pc:sldMk cId="2788475727" sldId="287"/>
            <ac:spMk id="3" creationId="{5C0447E4-6C46-31F7-CA7A-BC755AD9BA11}"/>
          </ac:spMkLst>
        </pc:spChg>
        <pc:spChg chg="add del mod">
          <ac:chgData name="Emmanuel Akpan" userId="4982adc2-c151-4613-a42e-c9342d2836a9" providerId="ADAL" clId="{1F02752B-5E7F-4C53-9CF8-D31316472B7C}" dt="2026-05-20T08:21:20.174" v="2339" actId="478"/>
          <ac:spMkLst>
            <pc:docMk/>
            <pc:sldMk cId="2788475727" sldId="287"/>
            <ac:spMk id="4" creationId="{9F330A6A-1591-FB29-2F6E-0A4681AAF86A}"/>
          </ac:spMkLst>
        </pc:spChg>
        <pc:spChg chg="add del mod ord">
          <ac:chgData name="Emmanuel Akpan" userId="4982adc2-c151-4613-a42e-c9342d2836a9" providerId="ADAL" clId="{1F02752B-5E7F-4C53-9CF8-D31316472B7C}" dt="2026-05-20T08:23:06.346" v="2349" actId="700"/>
          <ac:spMkLst>
            <pc:docMk/>
            <pc:sldMk cId="2788475727" sldId="287"/>
            <ac:spMk id="7" creationId="{3FD4F3C5-B4EA-55A6-5BF7-BF58399DC445}"/>
          </ac:spMkLst>
        </pc:spChg>
        <pc:spChg chg="add del">
          <ac:chgData name="Emmanuel Akpan" userId="4982adc2-c151-4613-a42e-c9342d2836a9" providerId="ADAL" clId="{1F02752B-5E7F-4C53-9CF8-D31316472B7C}" dt="2026-05-20T08:23:10.735" v="2350" actId="26606"/>
          <ac:spMkLst>
            <pc:docMk/>
            <pc:sldMk cId="2788475727" sldId="287"/>
            <ac:spMk id="8" creationId="{485B976C-17EF-415B-B03C-BAF9443B9DDB}"/>
          </ac:spMkLst>
        </pc:spChg>
        <pc:spChg chg="add del">
          <ac:chgData name="Emmanuel Akpan" userId="4982adc2-c151-4613-a42e-c9342d2836a9" providerId="ADAL" clId="{1F02752B-5E7F-4C53-9CF8-D31316472B7C}" dt="2026-05-20T08:23:10.735" v="2350" actId="26606"/>
          <ac:spMkLst>
            <pc:docMk/>
            <pc:sldMk cId="2788475727" sldId="287"/>
            <ac:spMk id="9" creationId="{D9361BDC-A9D1-4FFF-8FA2-ABE8B87470C9}"/>
          </ac:spMkLst>
        </pc:spChg>
        <pc:spChg chg="add del mod ord">
          <ac:chgData name="Emmanuel Akpan" userId="4982adc2-c151-4613-a42e-c9342d2836a9" providerId="ADAL" clId="{1F02752B-5E7F-4C53-9CF8-D31316472B7C}" dt="2026-05-20T08:23:06.346" v="2349" actId="700"/>
          <ac:spMkLst>
            <pc:docMk/>
            <pc:sldMk cId="2788475727" sldId="287"/>
            <ac:spMk id="10" creationId="{19FAD38C-3591-7297-3CE3-37B5EDC7D907}"/>
          </ac:spMkLst>
        </pc:spChg>
        <pc:spChg chg="add del">
          <ac:chgData name="Emmanuel Akpan" userId="4982adc2-c151-4613-a42e-c9342d2836a9" providerId="ADAL" clId="{1F02752B-5E7F-4C53-9CF8-D31316472B7C}" dt="2026-05-20T08:22:16.995" v="2345" actId="26606"/>
          <ac:spMkLst>
            <pc:docMk/>
            <pc:sldMk cId="2788475727" sldId="287"/>
            <ac:spMk id="11" creationId="{485B976C-17EF-415B-B03C-BAF9443B9DDB}"/>
          </ac:spMkLst>
        </pc:spChg>
        <pc:spChg chg="add del mod ord">
          <ac:chgData name="Emmanuel Akpan" userId="4982adc2-c151-4613-a42e-c9342d2836a9" providerId="ADAL" clId="{1F02752B-5E7F-4C53-9CF8-D31316472B7C}" dt="2026-05-20T08:23:06.346" v="2349" actId="700"/>
          <ac:spMkLst>
            <pc:docMk/>
            <pc:sldMk cId="2788475727" sldId="287"/>
            <ac:spMk id="12" creationId="{699B8885-2795-37A4-A4D6-0C39BD0A121B}"/>
          </ac:spMkLst>
        </pc:spChg>
        <pc:spChg chg="add del">
          <ac:chgData name="Emmanuel Akpan" userId="4982adc2-c151-4613-a42e-c9342d2836a9" providerId="ADAL" clId="{1F02752B-5E7F-4C53-9CF8-D31316472B7C}" dt="2026-05-20T08:22:16.995" v="2345" actId="26606"/>
          <ac:spMkLst>
            <pc:docMk/>
            <pc:sldMk cId="2788475727" sldId="287"/>
            <ac:spMk id="13" creationId="{70FB2C90-ED23-4A88-A264-6E2E84575561}"/>
          </ac:spMkLst>
        </pc:spChg>
        <pc:spChg chg="add del">
          <ac:chgData name="Emmanuel Akpan" userId="4982adc2-c151-4613-a42e-c9342d2836a9" providerId="ADAL" clId="{1F02752B-5E7F-4C53-9CF8-D31316472B7C}" dt="2026-05-20T08:23:10.735" v="2350" actId="26606"/>
          <ac:spMkLst>
            <pc:docMk/>
            <pc:sldMk cId="2788475727" sldId="287"/>
            <ac:spMk id="15" creationId="{C5D53C8F-829B-4140-9360-DF814B8DA0E8}"/>
          </ac:spMkLst>
        </pc:spChg>
        <pc:spChg chg="add del">
          <ac:chgData name="Emmanuel Akpan" userId="4982adc2-c151-4613-a42e-c9342d2836a9" providerId="ADAL" clId="{1F02752B-5E7F-4C53-9CF8-D31316472B7C}" dt="2026-05-20T08:23:10.735" v="2350" actId="26606"/>
          <ac:spMkLst>
            <pc:docMk/>
            <pc:sldMk cId="2788475727" sldId="287"/>
            <ac:spMk id="17" creationId="{C72B9278-CA89-438B-A322-698EC1E99BED}"/>
          </ac:spMkLst>
        </pc:spChg>
        <pc:spChg chg="add del">
          <ac:chgData name="Emmanuel Akpan" userId="4982adc2-c151-4613-a42e-c9342d2836a9" providerId="ADAL" clId="{1F02752B-5E7F-4C53-9CF8-D31316472B7C}" dt="2026-05-20T08:23:10.735" v="2350" actId="26606"/>
          <ac:spMkLst>
            <pc:docMk/>
            <pc:sldMk cId="2788475727" sldId="287"/>
            <ac:spMk id="19" creationId="{6A13810C-2221-45BF-93A4-7775EF9F9EE4}"/>
          </ac:spMkLst>
        </pc:spChg>
        <pc:spChg chg="add del">
          <ac:chgData name="Emmanuel Akpan" userId="4982adc2-c151-4613-a42e-c9342d2836a9" providerId="ADAL" clId="{1F02752B-5E7F-4C53-9CF8-D31316472B7C}" dt="2026-05-20T08:26:20.353" v="2366" actId="26606"/>
          <ac:spMkLst>
            <pc:docMk/>
            <pc:sldMk cId="2788475727" sldId="287"/>
            <ac:spMk id="28" creationId="{485B976C-17EF-415B-B03C-BAF9443B9DDB}"/>
          </ac:spMkLst>
        </pc:spChg>
        <pc:spChg chg="add del">
          <ac:chgData name="Emmanuel Akpan" userId="4982adc2-c151-4613-a42e-c9342d2836a9" providerId="ADAL" clId="{1F02752B-5E7F-4C53-9CF8-D31316472B7C}" dt="2026-05-20T08:26:20.353" v="2366" actId="26606"/>
          <ac:spMkLst>
            <pc:docMk/>
            <pc:sldMk cId="2788475727" sldId="287"/>
            <ac:spMk id="30" creationId="{D9361BDC-A9D1-4FFF-8FA2-ABE8B87470C9}"/>
          </ac:spMkLst>
        </pc:spChg>
        <pc:spChg chg="add del">
          <ac:chgData name="Emmanuel Akpan" userId="4982adc2-c151-4613-a42e-c9342d2836a9" providerId="ADAL" clId="{1F02752B-5E7F-4C53-9CF8-D31316472B7C}" dt="2026-05-20T08:26:20.353" v="2366" actId="26606"/>
          <ac:spMkLst>
            <pc:docMk/>
            <pc:sldMk cId="2788475727" sldId="287"/>
            <ac:spMk id="32" creationId="{C5D53C8F-829B-4140-9360-DF814B8DA0E8}"/>
          </ac:spMkLst>
        </pc:spChg>
        <pc:spChg chg="add del">
          <ac:chgData name="Emmanuel Akpan" userId="4982adc2-c151-4613-a42e-c9342d2836a9" providerId="ADAL" clId="{1F02752B-5E7F-4C53-9CF8-D31316472B7C}" dt="2026-05-20T08:26:26.217" v="2368" actId="26606"/>
          <ac:spMkLst>
            <pc:docMk/>
            <pc:sldMk cId="2788475727" sldId="287"/>
            <ac:spMk id="34" creationId="{485B976C-17EF-415B-B03C-BAF9443B9DDB}"/>
          </ac:spMkLst>
        </pc:spChg>
        <pc:spChg chg="add del">
          <ac:chgData name="Emmanuel Akpan" userId="4982adc2-c151-4613-a42e-c9342d2836a9" providerId="ADAL" clId="{1F02752B-5E7F-4C53-9CF8-D31316472B7C}" dt="2026-05-20T08:26:26.217" v="2368" actId="26606"/>
          <ac:spMkLst>
            <pc:docMk/>
            <pc:sldMk cId="2788475727" sldId="287"/>
            <ac:spMk id="35" creationId="{D1B4E201-164F-4793-895E-C149B2F2FCA0}"/>
          </ac:spMkLst>
        </pc:spChg>
        <pc:spChg chg="add del">
          <ac:chgData name="Emmanuel Akpan" userId="4982adc2-c151-4613-a42e-c9342d2836a9" providerId="ADAL" clId="{1F02752B-5E7F-4C53-9CF8-D31316472B7C}" dt="2026-05-20T08:26:26.217" v="2368" actId="26606"/>
          <ac:spMkLst>
            <pc:docMk/>
            <pc:sldMk cId="2788475727" sldId="287"/>
            <ac:spMk id="36" creationId="{765F4110-C0FC-4D61-ACD2-A7C950EAE908}"/>
          </ac:spMkLst>
        </pc:spChg>
        <pc:spChg chg="add del">
          <ac:chgData name="Emmanuel Akpan" userId="4982adc2-c151-4613-a42e-c9342d2836a9" providerId="ADAL" clId="{1F02752B-5E7F-4C53-9CF8-D31316472B7C}" dt="2026-05-20T08:38:38.078" v="2388" actId="26606"/>
          <ac:spMkLst>
            <pc:docMk/>
            <pc:sldMk cId="2788475727" sldId="287"/>
            <ac:spMk id="38" creationId="{485B976C-17EF-415B-B03C-BAF9443B9DDB}"/>
          </ac:spMkLst>
        </pc:spChg>
        <pc:spChg chg="add del">
          <ac:chgData name="Emmanuel Akpan" userId="4982adc2-c151-4613-a42e-c9342d2836a9" providerId="ADAL" clId="{1F02752B-5E7F-4C53-9CF8-D31316472B7C}" dt="2026-05-20T08:38:38.078" v="2388" actId="26606"/>
          <ac:spMkLst>
            <pc:docMk/>
            <pc:sldMk cId="2788475727" sldId="287"/>
            <ac:spMk id="39" creationId="{D9361BDC-A9D1-4FFF-8FA2-ABE8B87470C9}"/>
          </ac:spMkLst>
        </pc:spChg>
        <pc:spChg chg="add del">
          <ac:chgData name="Emmanuel Akpan" userId="4982adc2-c151-4613-a42e-c9342d2836a9" providerId="ADAL" clId="{1F02752B-5E7F-4C53-9CF8-D31316472B7C}" dt="2026-05-20T08:38:38.078" v="2388" actId="26606"/>
          <ac:spMkLst>
            <pc:docMk/>
            <pc:sldMk cId="2788475727" sldId="287"/>
            <ac:spMk id="40" creationId="{C5D53C8F-829B-4140-9360-DF814B8DA0E8}"/>
          </ac:spMkLst>
        </pc:spChg>
        <pc:spChg chg="add del">
          <ac:chgData name="Emmanuel Akpan" userId="4982adc2-c151-4613-a42e-c9342d2836a9" providerId="ADAL" clId="{1F02752B-5E7F-4C53-9CF8-D31316472B7C}" dt="2026-05-20T08:38:37.160" v="2387" actId="26606"/>
          <ac:spMkLst>
            <pc:docMk/>
            <pc:sldMk cId="2788475727" sldId="287"/>
            <ac:spMk id="45" creationId="{485B976C-17EF-415B-B03C-BAF9443B9DDB}"/>
          </ac:spMkLst>
        </pc:spChg>
        <pc:spChg chg="add">
          <ac:chgData name="Emmanuel Akpan" userId="4982adc2-c151-4613-a42e-c9342d2836a9" providerId="ADAL" clId="{1F02752B-5E7F-4C53-9CF8-D31316472B7C}" dt="2026-05-20T08:47:55.692" v="2394" actId="26606"/>
          <ac:spMkLst>
            <pc:docMk/>
            <pc:sldMk cId="2788475727" sldId="287"/>
            <ac:spMk id="46" creationId="{485B976C-17EF-415B-B03C-BAF9443B9DDB}"/>
          </ac:spMkLst>
        </pc:spChg>
        <pc:spChg chg="add del">
          <ac:chgData name="Emmanuel Akpan" userId="4982adc2-c151-4613-a42e-c9342d2836a9" providerId="ADAL" clId="{1F02752B-5E7F-4C53-9CF8-D31316472B7C}" dt="2026-05-20T08:38:37.160" v="2387" actId="26606"/>
          <ac:spMkLst>
            <pc:docMk/>
            <pc:sldMk cId="2788475727" sldId="287"/>
            <ac:spMk id="47" creationId="{D9D9D0AB-1E2F-44A8-B9C6-FA4098301883}"/>
          </ac:spMkLst>
        </pc:spChg>
        <pc:spChg chg="add">
          <ac:chgData name="Emmanuel Akpan" userId="4982adc2-c151-4613-a42e-c9342d2836a9" providerId="ADAL" clId="{1F02752B-5E7F-4C53-9CF8-D31316472B7C}" dt="2026-05-20T08:47:55.692" v="2394" actId="26606"/>
          <ac:spMkLst>
            <pc:docMk/>
            <pc:sldMk cId="2788475727" sldId="287"/>
            <ac:spMk id="48" creationId="{A6861194-3560-4ECB-8B3F-D2BA28A0D974}"/>
          </ac:spMkLst>
        </pc:spChg>
        <pc:spChg chg="add del">
          <ac:chgData name="Emmanuel Akpan" userId="4982adc2-c151-4613-a42e-c9342d2836a9" providerId="ADAL" clId="{1F02752B-5E7F-4C53-9CF8-D31316472B7C}" dt="2026-05-20T08:38:37.160" v="2387" actId="26606"/>
          <ac:spMkLst>
            <pc:docMk/>
            <pc:sldMk cId="2788475727" sldId="287"/>
            <ac:spMk id="49" creationId="{1C6F9611-3A25-4FAD-9475-8A766097925A}"/>
          </ac:spMkLst>
        </pc:spChg>
        <pc:spChg chg="add del">
          <ac:chgData name="Emmanuel Akpan" userId="4982adc2-c151-4613-a42e-c9342d2836a9" providerId="ADAL" clId="{1F02752B-5E7F-4C53-9CF8-D31316472B7C}" dt="2026-05-20T08:38:37.160" v="2387" actId="26606"/>
          <ac:spMkLst>
            <pc:docMk/>
            <pc:sldMk cId="2788475727" sldId="287"/>
            <ac:spMk id="51" creationId="{2CAFBD32-D3B9-4AA1-8A52-E7788A9556B8}"/>
          </ac:spMkLst>
        </pc:spChg>
        <pc:spChg chg="add del">
          <ac:chgData name="Emmanuel Akpan" userId="4982adc2-c151-4613-a42e-c9342d2836a9" providerId="ADAL" clId="{1F02752B-5E7F-4C53-9CF8-D31316472B7C}" dt="2026-05-20T08:38:37.160" v="2387" actId="26606"/>
          <ac:spMkLst>
            <pc:docMk/>
            <pc:sldMk cId="2788475727" sldId="287"/>
            <ac:spMk id="53" creationId="{7B1FFF1B-D8E7-43C1-963D-013BA4049457}"/>
          </ac:spMkLst>
        </pc:spChg>
        <pc:spChg chg="add del">
          <ac:chgData name="Emmanuel Akpan" userId="4982adc2-c151-4613-a42e-c9342d2836a9" providerId="ADAL" clId="{1F02752B-5E7F-4C53-9CF8-D31316472B7C}" dt="2026-05-20T08:38:32.848" v="2386" actId="26606"/>
          <ac:spMkLst>
            <pc:docMk/>
            <pc:sldMk cId="2788475727" sldId="287"/>
            <ac:spMk id="55" creationId="{485B976C-17EF-415B-B03C-BAF9443B9DDB}"/>
          </ac:spMkLst>
        </pc:spChg>
        <pc:spChg chg="add del">
          <ac:chgData name="Emmanuel Akpan" userId="4982adc2-c151-4613-a42e-c9342d2836a9" providerId="ADAL" clId="{1F02752B-5E7F-4C53-9CF8-D31316472B7C}" dt="2026-05-20T08:38:32.848" v="2386" actId="26606"/>
          <ac:spMkLst>
            <pc:docMk/>
            <pc:sldMk cId="2788475727" sldId="287"/>
            <ac:spMk id="56" creationId="{A6861194-3560-4ECB-8B3F-D2BA28A0D974}"/>
          </ac:spMkLst>
        </pc:spChg>
        <pc:spChg chg="add del">
          <ac:chgData name="Emmanuel Akpan" userId="4982adc2-c151-4613-a42e-c9342d2836a9" providerId="ADAL" clId="{1F02752B-5E7F-4C53-9CF8-D31316472B7C}" dt="2026-05-20T08:28:50.497" v="2374" actId="26606"/>
          <ac:spMkLst>
            <pc:docMk/>
            <pc:sldMk cId="2788475727" sldId="287"/>
            <ac:spMk id="58" creationId="{485B976C-17EF-415B-B03C-BAF9443B9DDB}"/>
          </ac:spMkLst>
        </pc:spChg>
        <pc:spChg chg="add del">
          <ac:chgData name="Emmanuel Akpan" userId="4982adc2-c151-4613-a42e-c9342d2836a9" providerId="ADAL" clId="{1F02752B-5E7F-4C53-9CF8-D31316472B7C}" dt="2026-05-20T08:38:00.058" v="2381" actId="26606"/>
          <ac:spMkLst>
            <pc:docMk/>
            <pc:sldMk cId="2788475727" sldId="287"/>
            <ac:spMk id="61" creationId="{485B976C-17EF-415B-B03C-BAF9443B9DDB}"/>
          </ac:spMkLst>
        </pc:spChg>
        <pc:spChg chg="add del">
          <ac:chgData name="Emmanuel Akpan" userId="4982adc2-c151-4613-a42e-c9342d2836a9" providerId="ADAL" clId="{1F02752B-5E7F-4C53-9CF8-D31316472B7C}" dt="2026-05-20T08:28:50.497" v="2374" actId="26606"/>
          <ac:spMkLst>
            <pc:docMk/>
            <pc:sldMk cId="2788475727" sldId="287"/>
            <ac:spMk id="62" creationId="{D9D9D0AB-1E2F-44A8-B9C6-FA4098301883}"/>
          </ac:spMkLst>
        </pc:spChg>
        <pc:spChg chg="add del">
          <ac:chgData name="Emmanuel Akpan" userId="4982adc2-c151-4613-a42e-c9342d2836a9" providerId="ADAL" clId="{1F02752B-5E7F-4C53-9CF8-D31316472B7C}" dt="2026-05-20T08:38:00.058" v="2381" actId="26606"/>
          <ac:spMkLst>
            <pc:docMk/>
            <pc:sldMk cId="2788475727" sldId="287"/>
            <ac:spMk id="63" creationId="{D9361BDC-A9D1-4FFF-8FA2-ABE8B87470C9}"/>
          </ac:spMkLst>
        </pc:spChg>
        <pc:spChg chg="add del">
          <ac:chgData name="Emmanuel Akpan" userId="4982adc2-c151-4613-a42e-c9342d2836a9" providerId="ADAL" clId="{1F02752B-5E7F-4C53-9CF8-D31316472B7C}" dt="2026-05-20T08:28:50.497" v="2374" actId="26606"/>
          <ac:spMkLst>
            <pc:docMk/>
            <pc:sldMk cId="2788475727" sldId="287"/>
            <ac:spMk id="64" creationId="{1C6F9611-3A25-4FAD-9475-8A766097925A}"/>
          </ac:spMkLst>
        </pc:spChg>
        <pc:spChg chg="add del">
          <ac:chgData name="Emmanuel Akpan" userId="4982adc2-c151-4613-a42e-c9342d2836a9" providerId="ADAL" clId="{1F02752B-5E7F-4C53-9CF8-D31316472B7C}" dt="2026-05-20T08:38:00.058" v="2381" actId="26606"/>
          <ac:spMkLst>
            <pc:docMk/>
            <pc:sldMk cId="2788475727" sldId="287"/>
            <ac:spMk id="65" creationId="{C5D53C8F-829B-4140-9360-DF814B8DA0E8}"/>
          </ac:spMkLst>
        </pc:spChg>
        <pc:spChg chg="add del">
          <ac:chgData name="Emmanuel Akpan" userId="4982adc2-c151-4613-a42e-c9342d2836a9" providerId="ADAL" clId="{1F02752B-5E7F-4C53-9CF8-D31316472B7C}" dt="2026-05-20T08:28:50.497" v="2374" actId="26606"/>
          <ac:spMkLst>
            <pc:docMk/>
            <pc:sldMk cId="2788475727" sldId="287"/>
            <ac:spMk id="66" creationId="{2CAFBD32-D3B9-4AA1-8A52-E7788A9556B8}"/>
          </ac:spMkLst>
        </pc:spChg>
        <pc:spChg chg="add del">
          <ac:chgData name="Emmanuel Akpan" userId="4982adc2-c151-4613-a42e-c9342d2836a9" providerId="ADAL" clId="{1F02752B-5E7F-4C53-9CF8-D31316472B7C}" dt="2026-05-20T08:38:28.401" v="2383" actId="26606"/>
          <ac:spMkLst>
            <pc:docMk/>
            <pc:sldMk cId="2788475727" sldId="287"/>
            <ac:spMk id="67" creationId="{485B976C-17EF-415B-B03C-BAF9443B9DDB}"/>
          </ac:spMkLst>
        </pc:spChg>
        <pc:spChg chg="add del">
          <ac:chgData name="Emmanuel Akpan" userId="4982adc2-c151-4613-a42e-c9342d2836a9" providerId="ADAL" clId="{1F02752B-5E7F-4C53-9CF8-D31316472B7C}" dt="2026-05-20T08:38:28.401" v="2383" actId="26606"/>
          <ac:spMkLst>
            <pc:docMk/>
            <pc:sldMk cId="2788475727" sldId="287"/>
            <ac:spMk id="69" creationId="{D9FD8598-76DF-4F25-98DC-C96298A94617}"/>
          </ac:spMkLst>
        </pc:spChg>
        <pc:spChg chg="add del">
          <ac:chgData name="Emmanuel Akpan" userId="4982adc2-c151-4613-a42e-c9342d2836a9" providerId="ADAL" clId="{1F02752B-5E7F-4C53-9CF8-D31316472B7C}" dt="2026-05-20T08:28:50.497" v="2374" actId="26606"/>
          <ac:spMkLst>
            <pc:docMk/>
            <pc:sldMk cId="2788475727" sldId="287"/>
            <ac:spMk id="70" creationId="{7B1FFF1B-D8E7-43C1-963D-013BA4049457}"/>
          </ac:spMkLst>
        </pc:spChg>
        <pc:spChg chg="add del">
          <ac:chgData name="Emmanuel Akpan" userId="4982adc2-c151-4613-a42e-c9342d2836a9" providerId="ADAL" clId="{1F02752B-5E7F-4C53-9CF8-D31316472B7C}" dt="2026-05-20T08:38:28.401" v="2383" actId="26606"/>
          <ac:spMkLst>
            <pc:docMk/>
            <pc:sldMk cId="2788475727" sldId="287"/>
            <ac:spMk id="71" creationId="{29980AD3-9AC1-453E-9718-0F7CC87A8D86}"/>
          </ac:spMkLst>
        </pc:spChg>
        <pc:spChg chg="add del">
          <ac:chgData name="Emmanuel Akpan" userId="4982adc2-c151-4613-a42e-c9342d2836a9" providerId="ADAL" clId="{1F02752B-5E7F-4C53-9CF8-D31316472B7C}" dt="2026-05-20T08:38:32.278" v="2385" actId="26606"/>
          <ac:spMkLst>
            <pc:docMk/>
            <pc:sldMk cId="2788475727" sldId="287"/>
            <ac:spMk id="73" creationId="{507E2700-E30D-4715-BD0E-3C969149B5CB}"/>
          </ac:spMkLst>
        </pc:spChg>
        <pc:spChg chg="add del">
          <ac:chgData name="Emmanuel Akpan" userId="4982adc2-c151-4613-a42e-c9342d2836a9" providerId="ADAL" clId="{1F02752B-5E7F-4C53-9CF8-D31316472B7C}" dt="2026-05-20T08:38:32.278" v="2385" actId="26606"/>
          <ac:spMkLst>
            <pc:docMk/>
            <pc:sldMk cId="2788475727" sldId="287"/>
            <ac:spMk id="74" creationId="{485B976C-17EF-415B-B03C-BAF9443B9DDB}"/>
          </ac:spMkLst>
        </pc:spChg>
        <pc:spChg chg="add del">
          <ac:chgData name="Emmanuel Akpan" userId="4982adc2-c151-4613-a42e-c9342d2836a9" providerId="ADAL" clId="{1F02752B-5E7F-4C53-9CF8-D31316472B7C}" dt="2026-05-20T08:38:32.278" v="2385" actId="26606"/>
          <ac:spMkLst>
            <pc:docMk/>
            <pc:sldMk cId="2788475727" sldId="287"/>
            <ac:spMk id="75" creationId="{47ECCCB8-3506-4AB6-BD29-E3E7C965EAA0}"/>
          </ac:spMkLst>
        </pc:spChg>
        <pc:spChg chg="add del">
          <ac:chgData name="Emmanuel Akpan" userId="4982adc2-c151-4613-a42e-c9342d2836a9" providerId="ADAL" clId="{1F02752B-5E7F-4C53-9CF8-D31316472B7C}" dt="2026-05-20T08:38:32.278" v="2385" actId="26606"/>
          <ac:spMkLst>
            <pc:docMk/>
            <pc:sldMk cId="2788475727" sldId="287"/>
            <ac:spMk id="78" creationId="{D9D9D0AB-1E2F-44A8-B9C6-FA4098301883}"/>
          </ac:spMkLst>
        </pc:spChg>
        <pc:spChg chg="add del">
          <ac:chgData name="Emmanuel Akpan" userId="4982adc2-c151-4613-a42e-c9342d2836a9" providerId="ADAL" clId="{1F02752B-5E7F-4C53-9CF8-D31316472B7C}" dt="2026-05-20T08:38:32.278" v="2385" actId="26606"/>
          <ac:spMkLst>
            <pc:docMk/>
            <pc:sldMk cId="2788475727" sldId="287"/>
            <ac:spMk id="79" creationId="{7B1FFF1B-D8E7-43C1-963D-013BA4049457}"/>
          </ac:spMkLst>
        </pc:spChg>
        <pc:spChg chg="add del">
          <ac:chgData name="Emmanuel Akpan" userId="4982adc2-c151-4613-a42e-c9342d2836a9" providerId="ADAL" clId="{1F02752B-5E7F-4C53-9CF8-D31316472B7C}" dt="2026-05-20T08:38:32.278" v="2385" actId="26606"/>
          <ac:spMkLst>
            <pc:docMk/>
            <pc:sldMk cId="2788475727" sldId="287"/>
            <ac:spMk id="81" creationId="{A8FA1BE6-F40D-4CDD-9F0A-296C01BBD7AE}"/>
          </ac:spMkLst>
        </pc:spChg>
        <pc:spChg chg="add del">
          <ac:chgData name="Emmanuel Akpan" userId="4982adc2-c151-4613-a42e-c9342d2836a9" providerId="ADAL" clId="{1F02752B-5E7F-4C53-9CF8-D31316472B7C}" dt="2026-05-20T08:38:32.278" v="2385" actId="26606"/>
          <ac:spMkLst>
            <pc:docMk/>
            <pc:sldMk cId="2788475727" sldId="287"/>
            <ac:spMk id="82" creationId="{8804D98D-41CA-4C0B-97AA-4D1F7A9E6153}"/>
          </ac:spMkLst>
        </pc:spChg>
        <pc:spChg chg="add del">
          <ac:chgData name="Emmanuel Akpan" userId="4982adc2-c151-4613-a42e-c9342d2836a9" providerId="ADAL" clId="{1F02752B-5E7F-4C53-9CF8-D31316472B7C}" dt="2026-05-20T08:38:32.278" v="2385" actId="26606"/>
          <ac:spMkLst>
            <pc:docMk/>
            <pc:sldMk cId="2788475727" sldId="287"/>
            <ac:spMk id="83" creationId="{2CAFBD32-D3B9-4AA1-8A52-E7788A9556B8}"/>
          </ac:spMkLst>
        </pc:spChg>
        <pc:picChg chg="add del mod ord">
          <ac:chgData name="Emmanuel Akpan" userId="4982adc2-c151-4613-a42e-c9342d2836a9" providerId="ADAL" clId="{1F02752B-5E7F-4C53-9CF8-D31316472B7C}" dt="2026-05-20T08:45:49.229" v="2390" actId="21"/>
          <ac:picMkLst>
            <pc:docMk/>
            <pc:sldMk cId="2788475727" sldId="287"/>
            <ac:picMk id="5" creationId="{18B1FCC3-DC7B-F3FF-D7BB-9F5B41A14F50}"/>
          </ac:picMkLst>
        </pc:picChg>
        <pc:picChg chg="add del mod ord">
          <ac:chgData name="Emmanuel Akpan" userId="4982adc2-c151-4613-a42e-c9342d2836a9" providerId="ADAL" clId="{1F02752B-5E7F-4C53-9CF8-D31316472B7C}" dt="2026-05-20T08:45:49.229" v="2390" actId="21"/>
          <ac:picMkLst>
            <pc:docMk/>
            <pc:sldMk cId="2788475727" sldId="287"/>
            <ac:picMk id="6" creationId="{E315E78A-ED62-CAE2-0FCD-5822B1CFBB1F}"/>
          </ac:picMkLst>
        </pc:picChg>
        <pc:picChg chg="add del mod">
          <ac:chgData name="Emmanuel Akpan" userId="4982adc2-c151-4613-a42e-c9342d2836a9" providerId="ADAL" clId="{1F02752B-5E7F-4C53-9CF8-D31316472B7C}" dt="2026-05-20T08:24:58.147" v="2356" actId="478"/>
          <ac:picMkLst>
            <pc:docMk/>
            <pc:sldMk cId="2788475727" sldId="287"/>
            <ac:picMk id="14" creationId="{CEAD2CA6-4135-7D5F-1C3D-48D85447B53B}"/>
          </ac:picMkLst>
        </pc:picChg>
        <pc:picChg chg="add del mod ord">
          <ac:chgData name="Emmanuel Akpan" userId="4982adc2-c151-4613-a42e-c9342d2836a9" providerId="ADAL" clId="{1F02752B-5E7F-4C53-9CF8-D31316472B7C}" dt="2026-05-20T08:45:49.229" v="2390" actId="21"/>
          <ac:picMkLst>
            <pc:docMk/>
            <pc:sldMk cId="2788475727" sldId="287"/>
            <ac:picMk id="18" creationId="{E9989D82-89FD-7326-0071-F01F3409B14D}"/>
          </ac:picMkLst>
        </pc:picChg>
        <pc:picChg chg="add del mod">
          <ac:chgData name="Emmanuel Akpan" userId="4982adc2-c151-4613-a42e-c9342d2836a9" providerId="ADAL" clId="{1F02752B-5E7F-4C53-9CF8-D31316472B7C}" dt="2026-05-20T08:25:12.765" v="2360" actId="478"/>
          <ac:picMkLst>
            <pc:docMk/>
            <pc:sldMk cId="2788475727" sldId="287"/>
            <ac:picMk id="21" creationId="{F94A8424-D21C-3010-AA60-33A1922E125C}"/>
          </ac:picMkLst>
        </pc:picChg>
        <pc:picChg chg="add del mod">
          <ac:chgData name="Emmanuel Akpan" userId="4982adc2-c151-4613-a42e-c9342d2836a9" providerId="ADAL" clId="{1F02752B-5E7F-4C53-9CF8-D31316472B7C}" dt="2026-05-20T08:45:49.229" v="2390" actId="21"/>
          <ac:picMkLst>
            <pc:docMk/>
            <pc:sldMk cId="2788475727" sldId="287"/>
            <ac:picMk id="23" creationId="{20AC2694-E5B9-0827-E6DA-E02D5AC01CB8}"/>
          </ac:picMkLst>
        </pc:picChg>
        <pc:picChg chg="add del mod">
          <ac:chgData name="Emmanuel Akpan" userId="4982adc2-c151-4613-a42e-c9342d2836a9" providerId="ADAL" clId="{1F02752B-5E7F-4C53-9CF8-D31316472B7C}" dt="2026-05-20T08:25:39.656" v="2363" actId="478"/>
          <ac:picMkLst>
            <pc:docMk/>
            <pc:sldMk cId="2788475727" sldId="287"/>
            <ac:picMk id="25" creationId="{04C37B5F-38B6-D6B4-247E-CA4967D9B7DC}"/>
          </ac:picMkLst>
        </pc:picChg>
        <pc:picChg chg="add del mod">
          <ac:chgData name="Emmanuel Akpan" userId="4982adc2-c151-4613-a42e-c9342d2836a9" providerId="ADAL" clId="{1F02752B-5E7F-4C53-9CF8-D31316472B7C}" dt="2026-05-20T08:25:37.015" v="2362" actId="478"/>
          <ac:picMkLst>
            <pc:docMk/>
            <pc:sldMk cId="2788475727" sldId="287"/>
            <ac:picMk id="27" creationId="{18D9266B-CAF6-C8B2-1B11-97571C806ABC}"/>
          </ac:picMkLst>
        </pc:picChg>
        <pc:picChg chg="add del mod">
          <ac:chgData name="Emmanuel Akpan" userId="4982adc2-c151-4613-a42e-c9342d2836a9" providerId="ADAL" clId="{1F02752B-5E7F-4C53-9CF8-D31316472B7C}" dt="2026-05-20T08:47:21.435" v="2392" actId="21"/>
          <ac:picMkLst>
            <pc:docMk/>
            <pc:sldMk cId="2788475727" sldId="287"/>
            <ac:picMk id="29" creationId="{18B1FCC3-DC7B-F3FF-D7BB-9F5B41A14F50}"/>
          </ac:picMkLst>
        </pc:picChg>
        <pc:picChg chg="add del mod">
          <ac:chgData name="Emmanuel Akpan" userId="4982adc2-c151-4613-a42e-c9342d2836a9" providerId="ADAL" clId="{1F02752B-5E7F-4C53-9CF8-D31316472B7C}" dt="2026-05-20T08:47:21.435" v="2392" actId="21"/>
          <ac:picMkLst>
            <pc:docMk/>
            <pc:sldMk cId="2788475727" sldId="287"/>
            <ac:picMk id="31" creationId="{E315E78A-ED62-CAE2-0FCD-5822B1CFBB1F}"/>
          </ac:picMkLst>
        </pc:picChg>
        <pc:picChg chg="add del mod">
          <ac:chgData name="Emmanuel Akpan" userId="4982adc2-c151-4613-a42e-c9342d2836a9" providerId="ADAL" clId="{1F02752B-5E7F-4C53-9CF8-D31316472B7C}" dt="2026-05-20T08:47:21.435" v="2392" actId="21"/>
          <ac:picMkLst>
            <pc:docMk/>
            <pc:sldMk cId="2788475727" sldId="287"/>
            <ac:picMk id="33" creationId="{E9989D82-89FD-7326-0071-F01F3409B14D}"/>
          </ac:picMkLst>
        </pc:picChg>
        <pc:picChg chg="add del mod">
          <ac:chgData name="Emmanuel Akpan" userId="4982adc2-c151-4613-a42e-c9342d2836a9" providerId="ADAL" clId="{1F02752B-5E7F-4C53-9CF8-D31316472B7C}" dt="2026-05-20T08:47:21.435" v="2392" actId="21"/>
          <ac:picMkLst>
            <pc:docMk/>
            <pc:sldMk cId="2788475727" sldId="287"/>
            <ac:picMk id="37" creationId="{20AC2694-E5B9-0827-E6DA-E02D5AC01CB8}"/>
          </ac:picMkLst>
        </pc:picChg>
        <pc:picChg chg="add mod">
          <ac:chgData name="Emmanuel Akpan" userId="4982adc2-c151-4613-a42e-c9342d2836a9" providerId="ADAL" clId="{1F02752B-5E7F-4C53-9CF8-D31316472B7C}" dt="2026-05-20T08:47:55.692" v="2394" actId="26606"/>
          <ac:picMkLst>
            <pc:docMk/>
            <pc:sldMk cId="2788475727" sldId="287"/>
            <ac:picMk id="41" creationId="{AAA682F0-B524-D514-DBF6-ECF5AC47A6F2}"/>
          </ac:picMkLst>
        </pc:picChg>
        <pc:picChg chg="add mod">
          <ac:chgData name="Emmanuel Akpan" userId="4982adc2-c151-4613-a42e-c9342d2836a9" providerId="ADAL" clId="{1F02752B-5E7F-4C53-9CF8-D31316472B7C}" dt="2026-05-20T08:47:55.692" v="2394" actId="26606"/>
          <ac:picMkLst>
            <pc:docMk/>
            <pc:sldMk cId="2788475727" sldId="287"/>
            <ac:picMk id="42" creationId="{68F79D26-EFBE-D675-08EB-51891D6F4918}"/>
          </ac:picMkLst>
        </pc:picChg>
        <pc:picChg chg="add mod ord">
          <ac:chgData name="Emmanuel Akpan" userId="4982adc2-c151-4613-a42e-c9342d2836a9" providerId="ADAL" clId="{1F02752B-5E7F-4C53-9CF8-D31316472B7C}" dt="2026-05-20T08:47:55.692" v="2394" actId="26606"/>
          <ac:picMkLst>
            <pc:docMk/>
            <pc:sldMk cId="2788475727" sldId="287"/>
            <ac:picMk id="43" creationId="{9FE9B6E2-78D5-BE5C-C112-4FCDC4FF7AED}"/>
          </ac:picMkLst>
        </pc:picChg>
        <pc:picChg chg="add mod modCrop">
          <ac:chgData name="Emmanuel Akpan" userId="4982adc2-c151-4613-a42e-c9342d2836a9" providerId="ADAL" clId="{1F02752B-5E7F-4C53-9CF8-D31316472B7C}" dt="2026-05-20T08:48:31.330" v="2398" actId="18131"/>
          <ac:picMkLst>
            <pc:docMk/>
            <pc:sldMk cId="2788475727" sldId="287"/>
            <ac:picMk id="44" creationId="{1E65815C-EBE1-AA6C-BEBE-EC2F51DE5FC5}"/>
          </ac:picMkLst>
        </pc:picChg>
        <pc:picChg chg="add mod">
          <ac:chgData name="Emmanuel Akpan" userId="4982adc2-c151-4613-a42e-c9342d2836a9" providerId="ADAL" clId="{1F02752B-5E7F-4C53-9CF8-D31316472B7C}" dt="2026-05-20T08:57:09.303" v="2453" actId="1076"/>
          <ac:picMkLst>
            <pc:docMk/>
            <pc:sldMk cId="2788475727" sldId="287"/>
            <ac:picMk id="50" creationId="{6C6B7D44-BA0E-07DA-4918-110F75A9A1E9}"/>
          </ac:picMkLst>
        </pc:picChg>
        <pc:picChg chg="add del mod">
          <ac:chgData name="Emmanuel Akpan" userId="4982adc2-c151-4613-a42e-c9342d2836a9" providerId="ADAL" clId="{1F02752B-5E7F-4C53-9CF8-D31316472B7C}" dt="2026-05-20T09:26:41.669" v="2506" actId="478"/>
          <ac:picMkLst>
            <pc:docMk/>
            <pc:sldMk cId="2788475727" sldId="287"/>
            <ac:picMk id="52" creationId="{D413B19C-1B3E-787F-AB81-81B6C8546DD6}"/>
          </ac:picMkLst>
        </pc:picChg>
      </pc:sldChg>
      <pc:sldChg chg="addSp delSp modSp new mod setBg">
        <pc:chgData name="Emmanuel Akpan" userId="4982adc2-c151-4613-a42e-c9342d2836a9" providerId="ADAL" clId="{1F02752B-5E7F-4C53-9CF8-D31316472B7C}" dt="2026-05-20T10:17:20.258" v="2888" actId="1076"/>
        <pc:sldMkLst>
          <pc:docMk/>
          <pc:sldMk cId="2062902158" sldId="288"/>
        </pc:sldMkLst>
        <pc:spChg chg="add del mod">
          <ac:chgData name="Emmanuel Akpan" userId="4982adc2-c151-4613-a42e-c9342d2836a9" providerId="ADAL" clId="{1F02752B-5E7F-4C53-9CF8-D31316472B7C}" dt="2026-05-20T07:39:36.027" v="2102" actId="478"/>
          <ac:spMkLst>
            <pc:docMk/>
            <pc:sldMk cId="2062902158" sldId="288"/>
            <ac:spMk id="2" creationId="{81B76779-2C72-06E5-4050-54BA03A0BEC8}"/>
          </ac:spMkLst>
        </pc:spChg>
        <pc:spChg chg="add del mod">
          <ac:chgData name="Emmanuel Akpan" userId="4982adc2-c151-4613-a42e-c9342d2836a9" providerId="ADAL" clId="{1F02752B-5E7F-4C53-9CF8-D31316472B7C}" dt="2026-05-20T10:15:39.269" v="2874" actId="26606"/>
          <ac:spMkLst>
            <pc:docMk/>
            <pc:sldMk cId="2062902158" sldId="288"/>
            <ac:spMk id="2" creationId="{88D681C5-7618-B250-EFD0-5E7FD88B34BF}"/>
          </ac:spMkLst>
        </pc:spChg>
        <pc:spChg chg="add mod">
          <ac:chgData name="Emmanuel Akpan" userId="4982adc2-c151-4613-a42e-c9342d2836a9" providerId="ADAL" clId="{1F02752B-5E7F-4C53-9CF8-D31316472B7C}" dt="2026-05-20T10:16:23.259" v="2882" actId="1076"/>
          <ac:spMkLst>
            <pc:docMk/>
            <pc:sldMk cId="2062902158" sldId="288"/>
            <ac:spMk id="3" creationId="{F064720C-8C67-AEA5-B1B8-80A0EFD980D5}"/>
          </ac:spMkLst>
        </pc:spChg>
        <pc:spChg chg="add">
          <ac:chgData name="Emmanuel Akpan" userId="4982adc2-c151-4613-a42e-c9342d2836a9" providerId="ADAL" clId="{1F02752B-5E7F-4C53-9CF8-D31316472B7C}" dt="2026-05-20T10:16:48.377" v="2883" actId="26606"/>
          <ac:spMkLst>
            <pc:docMk/>
            <pc:sldMk cId="2062902158" sldId="288"/>
            <ac:spMk id="10" creationId="{C7699994-F930-4BD1-804C-3E97736C3455}"/>
          </ac:spMkLst>
        </pc:spChg>
        <pc:spChg chg="add">
          <ac:chgData name="Emmanuel Akpan" userId="4982adc2-c151-4613-a42e-c9342d2836a9" providerId="ADAL" clId="{1F02752B-5E7F-4C53-9CF8-D31316472B7C}" dt="2026-05-20T10:16:48.377" v="2883" actId="26606"/>
          <ac:spMkLst>
            <pc:docMk/>
            <pc:sldMk cId="2062902158" sldId="288"/>
            <ac:spMk id="12" creationId="{F05E3040-CB0E-4155-9346-CDC0387592EA}"/>
          </ac:spMkLst>
        </pc:spChg>
        <pc:graphicFrameChg chg="add mod">
          <ac:chgData name="Emmanuel Akpan" userId="4982adc2-c151-4613-a42e-c9342d2836a9" providerId="ADAL" clId="{1F02752B-5E7F-4C53-9CF8-D31316472B7C}" dt="2026-05-20T10:17:20.258" v="2888" actId="1076"/>
          <ac:graphicFrameMkLst>
            <pc:docMk/>
            <pc:sldMk cId="2062902158" sldId="288"/>
            <ac:graphicFrameMk id="5" creationId="{8415176D-767F-2A21-7B54-85A3D492474F}"/>
          </ac:graphicFrameMkLst>
        </pc:graphicFrameChg>
      </pc:sldChg>
      <pc:sldChg chg="addSp delSp modSp new mod setBg">
        <pc:chgData name="Emmanuel Akpan" userId="4982adc2-c151-4613-a42e-c9342d2836a9" providerId="ADAL" clId="{1F02752B-5E7F-4C53-9CF8-D31316472B7C}" dt="2026-05-21T08:21:10.776" v="2898"/>
        <pc:sldMkLst>
          <pc:docMk/>
          <pc:sldMk cId="2826383028" sldId="289"/>
        </pc:sldMkLst>
        <pc:spChg chg="add mod">
          <ac:chgData name="Emmanuel Akpan" userId="4982adc2-c151-4613-a42e-c9342d2836a9" providerId="ADAL" clId="{1F02752B-5E7F-4C53-9CF8-D31316472B7C}" dt="2026-05-20T09:06:49.694" v="2489" actId="26606"/>
          <ac:spMkLst>
            <pc:docMk/>
            <pc:sldMk cId="2826383028" sldId="289"/>
            <ac:spMk id="9" creationId="{AF53F888-F770-7CF9-E54F-F068974C423A}"/>
          </ac:spMkLst>
        </pc:spChg>
        <pc:spChg chg="add">
          <ac:chgData name="Emmanuel Akpan" userId="4982adc2-c151-4613-a42e-c9342d2836a9" providerId="ADAL" clId="{1F02752B-5E7F-4C53-9CF8-D31316472B7C}" dt="2026-05-20T09:06:49.694" v="2489" actId="26606"/>
          <ac:spMkLst>
            <pc:docMk/>
            <pc:sldMk cId="2826383028" sldId="289"/>
            <ac:spMk id="14" creationId="{788D80A3-503A-400A-9D7F-99EC3CE0654D}"/>
          </ac:spMkLst>
        </pc:spChg>
        <pc:graphicFrameChg chg="add del modGraphic">
          <ac:chgData name="Emmanuel Akpan" userId="4982adc2-c151-4613-a42e-c9342d2836a9" providerId="ADAL" clId="{1F02752B-5E7F-4C53-9CF8-D31316472B7C}" dt="2026-05-20T07:55:25.214" v="2199" actId="478"/>
          <ac:graphicFrameMkLst>
            <pc:docMk/>
            <pc:sldMk cId="2826383028" sldId="289"/>
            <ac:graphicFrameMk id="2" creationId="{92280D8B-9D72-579D-BBF4-421E0EBF1548}"/>
          </ac:graphicFrameMkLst>
        </pc:graphicFrameChg>
        <pc:graphicFrameChg chg="add del mod modGraphic">
          <ac:chgData name="Emmanuel Akpan" userId="4982adc2-c151-4613-a42e-c9342d2836a9" providerId="ADAL" clId="{1F02752B-5E7F-4C53-9CF8-D31316472B7C}" dt="2026-05-20T07:58:17.290" v="2215" actId="478"/>
          <ac:graphicFrameMkLst>
            <pc:docMk/>
            <pc:sldMk cId="2826383028" sldId="289"/>
            <ac:graphicFrameMk id="3" creationId="{C90585A4-61F2-F711-B749-DCCACBB50BA2}"/>
          </ac:graphicFrameMkLst>
        </pc:graphicFrameChg>
        <pc:graphicFrameChg chg="add del mod modGraphic">
          <ac:chgData name="Emmanuel Akpan" userId="4982adc2-c151-4613-a42e-c9342d2836a9" providerId="ADAL" clId="{1F02752B-5E7F-4C53-9CF8-D31316472B7C}" dt="2026-05-20T07:58:45.269" v="2222" actId="478"/>
          <ac:graphicFrameMkLst>
            <pc:docMk/>
            <pc:sldMk cId="2826383028" sldId="289"/>
            <ac:graphicFrameMk id="4" creationId="{67FCCF54-C5BB-4E55-A5E8-448390FF949A}"/>
          </ac:graphicFrameMkLst>
        </pc:graphicFrameChg>
        <pc:graphicFrameChg chg="add del mod modGraphic">
          <ac:chgData name="Emmanuel Akpan" userId="4982adc2-c151-4613-a42e-c9342d2836a9" providerId="ADAL" clId="{1F02752B-5E7F-4C53-9CF8-D31316472B7C}" dt="2026-05-20T07:59:27.499" v="2225" actId="478"/>
          <ac:graphicFrameMkLst>
            <pc:docMk/>
            <pc:sldMk cId="2826383028" sldId="289"/>
            <ac:graphicFrameMk id="5" creationId="{EBD4FABC-C3F9-107A-FC7A-1E0E034D9E35}"/>
          </ac:graphicFrameMkLst>
        </pc:graphicFrameChg>
        <pc:graphicFrameChg chg="add del modGraphic">
          <ac:chgData name="Emmanuel Akpan" userId="4982adc2-c151-4613-a42e-c9342d2836a9" providerId="ADAL" clId="{1F02752B-5E7F-4C53-9CF8-D31316472B7C}" dt="2026-05-20T08:00:21.054" v="2227" actId="478"/>
          <ac:graphicFrameMkLst>
            <pc:docMk/>
            <pc:sldMk cId="2826383028" sldId="289"/>
            <ac:graphicFrameMk id="6" creationId="{99F2BF06-7989-0CBB-4CE4-1F3DDE21DD8C}"/>
          </ac:graphicFrameMkLst>
        </pc:graphicFrameChg>
        <pc:graphicFrameChg chg="add del mod modGraphic">
          <ac:chgData name="Emmanuel Akpan" userId="4982adc2-c151-4613-a42e-c9342d2836a9" providerId="ADAL" clId="{1F02752B-5E7F-4C53-9CF8-D31316472B7C}" dt="2026-05-20T08:01:11.144" v="2234" actId="478"/>
          <ac:graphicFrameMkLst>
            <pc:docMk/>
            <pc:sldMk cId="2826383028" sldId="289"/>
            <ac:graphicFrameMk id="7" creationId="{41524F21-D8B5-8579-DFF0-C24B6333C09C}"/>
          </ac:graphicFrameMkLst>
        </pc:graphicFrameChg>
        <pc:graphicFrameChg chg="add mod ord modGraphic">
          <ac:chgData name="Emmanuel Akpan" userId="4982adc2-c151-4613-a42e-c9342d2836a9" providerId="ADAL" clId="{1F02752B-5E7F-4C53-9CF8-D31316472B7C}" dt="2026-05-21T08:21:10.776" v="2898"/>
          <ac:graphicFrameMkLst>
            <pc:docMk/>
            <pc:sldMk cId="2826383028" sldId="289"/>
            <ac:graphicFrameMk id="8" creationId="{6DACA668-F413-D069-24DF-AE80C2A14D9C}"/>
          </ac:graphicFrameMkLst>
        </pc:graphicFrameChg>
      </pc:sldChg>
      <pc:sldChg chg="delSp modSp add mod delAnim">
        <pc:chgData name="Emmanuel Akpan" userId="4982adc2-c151-4613-a42e-c9342d2836a9" providerId="ADAL" clId="{1F02752B-5E7F-4C53-9CF8-D31316472B7C}" dt="2026-05-20T08:17:02.637" v="2316" actId="20577"/>
        <pc:sldMkLst>
          <pc:docMk/>
          <pc:sldMk cId="1722362136" sldId="290"/>
        </pc:sldMkLst>
        <pc:spChg chg="del">
          <ac:chgData name="Emmanuel Akpan" userId="4982adc2-c151-4613-a42e-c9342d2836a9" providerId="ADAL" clId="{1F02752B-5E7F-4C53-9CF8-D31316472B7C}" dt="2026-05-20T08:16:01.757" v="2298" actId="478"/>
          <ac:spMkLst>
            <pc:docMk/>
            <pc:sldMk cId="1722362136" sldId="290"/>
            <ac:spMk id="35" creationId="{EBDC5FDF-42FF-E48D-9587-93A7892E7BAC}"/>
          </ac:spMkLst>
        </pc:spChg>
        <pc:graphicFrameChg chg="mod modGraphic">
          <ac:chgData name="Emmanuel Akpan" userId="4982adc2-c151-4613-a42e-c9342d2836a9" providerId="ADAL" clId="{1F02752B-5E7F-4C53-9CF8-D31316472B7C}" dt="2026-05-20T08:17:02.637" v="2316" actId="20577"/>
          <ac:graphicFrameMkLst>
            <pc:docMk/>
            <pc:sldMk cId="1722362136" sldId="290"/>
            <ac:graphicFrameMk id="2" creationId="{033D9D06-13D4-606E-933C-F79C28A5F215}"/>
          </ac:graphicFrameMkLst>
        </pc:graphicFrameChg>
        <pc:picChg chg="del">
          <ac:chgData name="Emmanuel Akpan" userId="4982adc2-c151-4613-a42e-c9342d2836a9" providerId="ADAL" clId="{1F02752B-5E7F-4C53-9CF8-D31316472B7C}" dt="2026-05-20T08:16:04.214" v="2299" actId="478"/>
          <ac:picMkLst>
            <pc:docMk/>
            <pc:sldMk cId="1722362136" sldId="290"/>
            <ac:picMk id="36" creationId="{FC0F31A6-5611-3D52-B70E-AFAEBCF7F2C5}"/>
          </ac:picMkLst>
        </pc:picChg>
      </pc:sldChg>
      <pc:sldChg chg="addSp modSp new del">
        <pc:chgData name="Emmanuel Akpan" userId="4982adc2-c151-4613-a42e-c9342d2836a9" providerId="ADAL" clId="{1F02752B-5E7F-4C53-9CF8-D31316472B7C}" dt="2026-05-20T09:08:52.007" v="2492" actId="680"/>
        <pc:sldMkLst>
          <pc:docMk/>
          <pc:sldMk cId="3748652554" sldId="291"/>
        </pc:sldMkLst>
        <pc:spChg chg="mod">
          <ac:chgData name="Emmanuel Akpan" userId="4982adc2-c151-4613-a42e-c9342d2836a9" providerId="ADAL" clId="{1F02752B-5E7F-4C53-9CF8-D31316472B7C}" dt="2026-05-20T09:08:47.900" v="2491"/>
          <ac:spMkLst>
            <pc:docMk/>
            <pc:sldMk cId="3748652554" sldId="291"/>
            <ac:spMk id="9" creationId="{C546DE43-276D-E057-D9BA-DC2CF392F263}"/>
          </ac:spMkLst>
        </pc:spChg>
        <pc:spChg chg="mod">
          <ac:chgData name="Emmanuel Akpan" userId="4982adc2-c151-4613-a42e-c9342d2836a9" providerId="ADAL" clId="{1F02752B-5E7F-4C53-9CF8-D31316472B7C}" dt="2026-05-20T09:08:47.900" v="2491"/>
          <ac:spMkLst>
            <pc:docMk/>
            <pc:sldMk cId="3748652554" sldId="291"/>
            <ac:spMk id="11" creationId="{F526C1BB-45EA-DE21-C10A-D2E459C59AD6}"/>
          </ac:spMkLst>
        </pc:spChg>
        <pc:spChg chg="add mod">
          <ac:chgData name="Emmanuel Akpan" userId="4982adc2-c151-4613-a42e-c9342d2836a9" providerId="ADAL" clId="{1F02752B-5E7F-4C53-9CF8-D31316472B7C}" dt="2026-05-20T09:08:47.900" v="2491"/>
          <ac:spMkLst>
            <pc:docMk/>
            <pc:sldMk cId="3748652554" sldId="291"/>
            <ac:spMk id="20" creationId="{AA80722B-BBFE-3101-A0D9-FE6600139376}"/>
          </ac:spMkLst>
        </pc:spChg>
        <pc:spChg chg="mod">
          <ac:chgData name="Emmanuel Akpan" userId="4982adc2-c151-4613-a42e-c9342d2836a9" providerId="ADAL" clId="{1F02752B-5E7F-4C53-9CF8-D31316472B7C}" dt="2026-05-20T09:08:47.900" v="2491"/>
          <ac:spMkLst>
            <pc:docMk/>
            <pc:sldMk cId="3748652554" sldId="291"/>
            <ac:spMk id="26" creationId="{2C7944DE-2B47-21E3-F2D9-0E31FA0E10D8}"/>
          </ac:spMkLst>
        </pc:spChg>
        <pc:spChg chg="mod">
          <ac:chgData name="Emmanuel Akpan" userId="4982adc2-c151-4613-a42e-c9342d2836a9" providerId="ADAL" clId="{1F02752B-5E7F-4C53-9CF8-D31316472B7C}" dt="2026-05-20T09:08:47.900" v="2491"/>
          <ac:spMkLst>
            <pc:docMk/>
            <pc:sldMk cId="3748652554" sldId="291"/>
            <ac:spMk id="28" creationId="{E1CCBDE0-1E66-5FDB-32C8-DD83D7CA4977}"/>
          </ac:spMkLst>
        </pc:spChg>
        <pc:spChg chg="mod">
          <ac:chgData name="Emmanuel Akpan" userId="4982adc2-c151-4613-a42e-c9342d2836a9" providerId="ADAL" clId="{1F02752B-5E7F-4C53-9CF8-D31316472B7C}" dt="2026-05-20T09:08:47.900" v="2491"/>
          <ac:spMkLst>
            <pc:docMk/>
            <pc:sldMk cId="3748652554" sldId="291"/>
            <ac:spMk id="29" creationId="{CEE5EAB9-BF67-E92D-D8B9-4D6B5F9965B0}"/>
          </ac:spMkLst>
        </pc:spChg>
        <pc:spChg chg="add mod">
          <ac:chgData name="Emmanuel Akpan" userId="4982adc2-c151-4613-a42e-c9342d2836a9" providerId="ADAL" clId="{1F02752B-5E7F-4C53-9CF8-D31316472B7C}" dt="2026-05-20T09:08:47.900" v="2491"/>
          <ac:spMkLst>
            <pc:docMk/>
            <pc:sldMk cId="3748652554" sldId="291"/>
            <ac:spMk id="32" creationId="{7846C7A8-94AB-A7BE-39FA-937FD2871808}"/>
          </ac:spMkLst>
        </pc:spChg>
        <pc:spChg chg="add mod">
          <ac:chgData name="Emmanuel Akpan" userId="4982adc2-c151-4613-a42e-c9342d2836a9" providerId="ADAL" clId="{1F02752B-5E7F-4C53-9CF8-D31316472B7C}" dt="2026-05-20T09:08:47.900" v="2491"/>
          <ac:spMkLst>
            <pc:docMk/>
            <pc:sldMk cId="3748652554" sldId="291"/>
            <ac:spMk id="34" creationId="{6E298426-D596-76CE-4D88-53EACCE8AF91}"/>
          </ac:spMkLst>
        </pc:spChg>
        <pc:spChg chg="add mod">
          <ac:chgData name="Emmanuel Akpan" userId="4982adc2-c151-4613-a42e-c9342d2836a9" providerId="ADAL" clId="{1F02752B-5E7F-4C53-9CF8-D31316472B7C}" dt="2026-05-20T09:08:47.900" v="2491"/>
          <ac:spMkLst>
            <pc:docMk/>
            <pc:sldMk cId="3748652554" sldId="291"/>
            <ac:spMk id="37" creationId="{3DC1A57C-E040-67DA-FB41-58A41E35B0F8}"/>
          </ac:spMkLst>
        </pc:spChg>
        <pc:spChg chg="add mod">
          <ac:chgData name="Emmanuel Akpan" userId="4982adc2-c151-4613-a42e-c9342d2836a9" providerId="ADAL" clId="{1F02752B-5E7F-4C53-9CF8-D31316472B7C}" dt="2026-05-20T09:08:47.900" v="2491"/>
          <ac:spMkLst>
            <pc:docMk/>
            <pc:sldMk cId="3748652554" sldId="291"/>
            <ac:spMk id="40" creationId="{A2545E08-1195-1A67-2982-533B7AE16F6C}"/>
          </ac:spMkLst>
        </pc:spChg>
      </pc:sldChg>
      <pc:sldMasterChg chg="setBg modSldLayout">
        <pc:chgData name="Emmanuel Akpan" userId="4982adc2-c151-4613-a42e-c9342d2836a9" providerId="ADAL" clId="{1F02752B-5E7F-4C53-9CF8-D31316472B7C}" dt="2026-05-20T10:06:40.686" v="2513"/>
        <pc:sldMasterMkLst>
          <pc:docMk/>
          <pc:sldMasterMk cId="40401846" sldId="2147483679"/>
        </pc:sldMasterMkLst>
        <pc:sldLayoutChg chg="setBg">
          <pc:chgData name="Emmanuel Akpan" userId="4982adc2-c151-4613-a42e-c9342d2836a9" providerId="ADAL" clId="{1F02752B-5E7F-4C53-9CF8-D31316472B7C}" dt="2026-05-20T10:06:40.686" v="2513"/>
          <pc:sldLayoutMkLst>
            <pc:docMk/>
            <pc:sldMasterMk cId="40401846" sldId="2147483679"/>
            <pc:sldLayoutMk cId="776865424" sldId="2147483680"/>
          </pc:sldLayoutMkLst>
        </pc:sldLayoutChg>
        <pc:sldLayoutChg chg="setBg">
          <pc:chgData name="Emmanuel Akpan" userId="4982adc2-c151-4613-a42e-c9342d2836a9" providerId="ADAL" clId="{1F02752B-5E7F-4C53-9CF8-D31316472B7C}" dt="2026-05-20T10:06:40.686" v="2513"/>
          <pc:sldLayoutMkLst>
            <pc:docMk/>
            <pc:sldMasterMk cId="40401846" sldId="2147483679"/>
            <pc:sldLayoutMk cId="4036015364" sldId="2147483688"/>
          </pc:sldLayoutMkLst>
        </pc:sldLayoutChg>
      </pc:sldMasterChg>
      <pc:sldMasterChg chg="add del addSldLayout delSldLayout">
        <pc:chgData name="Emmanuel Akpan" userId="4982adc2-c151-4613-a42e-c9342d2836a9" providerId="ADAL" clId="{1F02752B-5E7F-4C53-9CF8-D31316472B7C}" dt="2026-05-19T08:13:31.587" v="1658" actId="47"/>
        <pc:sldMasterMkLst>
          <pc:docMk/>
          <pc:sldMasterMk cId="3732189420" sldId="2147483725"/>
        </pc:sldMasterMkLst>
        <pc:sldLayoutChg chg="add del">
          <pc:chgData name="Emmanuel Akpan" userId="4982adc2-c151-4613-a42e-c9342d2836a9" providerId="ADAL" clId="{1F02752B-5E7F-4C53-9CF8-D31316472B7C}" dt="2026-05-19T08:13:31.587" v="1658" actId="47"/>
          <pc:sldLayoutMkLst>
            <pc:docMk/>
            <pc:sldMasterMk cId="3732189420" sldId="2147483725"/>
            <pc:sldLayoutMk cId="1343088936" sldId="2147483726"/>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2797471188" sldId="2147483727"/>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1999195828" sldId="2147483728"/>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3947783477" sldId="2147483729"/>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699467742" sldId="2147483730"/>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2220036113" sldId="2147483731"/>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674858651" sldId="2147483732"/>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3646940841" sldId="2147483733"/>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4255739066" sldId="2147483734"/>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3773406070" sldId="2147483735"/>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3955535038" sldId="2147483736"/>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1031042281" sldId="2147483737"/>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2372741104" sldId="2147483738"/>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2724854167" sldId="2147483739"/>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583510569" sldId="2147483740"/>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1573277499" sldId="2147483741"/>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484576621" sldId="2147483742"/>
          </pc:sldLayoutMkLst>
        </pc:sldLayoutChg>
        <pc:sldLayoutChg chg="add del">
          <pc:chgData name="Emmanuel Akpan" userId="4982adc2-c151-4613-a42e-c9342d2836a9" providerId="ADAL" clId="{1F02752B-5E7F-4C53-9CF8-D31316472B7C}" dt="2026-05-19T08:13:31.587" v="1658" actId="47"/>
          <pc:sldLayoutMkLst>
            <pc:docMk/>
            <pc:sldMasterMk cId="3732189420" sldId="2147483725"/>
            <pc:sldLayoutMk cId="2289057537" sldId="2147483743"/>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image" Target="../media/image16.jpg"/><Relationship Id="rId5" Type="http://schemas.openxmlformats.org/officeDocument/2006/relationships/image" Target="../media/image20.jpeg"/><Relationship Id="rId4" Type="http://schemas.openxmlformats.org/officeDocument/2006/relationships/image" Target="../media/image19.jpg"/></Relationships>
</file>

<file path=ppt/diagrams/_rels/data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image" Target="../media/image21.jpg"/></Relationships>
</file>

<file path=ppt/diagrams/_rels/data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image" Target="../media/image24.jpg"/><Relationship Id="rId5" Type="http://schemas.openxmlformats.org/officeDocument/2006/relationships/image" Target="../media/image28.jpg"/><Relationship Id="rId4" Type="http://schemas.openxmlformats.org/officeDocument/2006/relationships/image" Target="../media/image27.jpg"/></Relationships>
</file>

<file path=ppt/diagrams/_rels/data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image" Target="../media/image29.jpg"/><Relationship Id="rId4" Type="http://schemas.openxmlformats.org/officeDocument/2006/relationships/image" Target="../media/image32.jpg"/></Relationships>
</file>

<file path=ppt/diagrams/_rels/data8.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image" Target="../media/image37.JPG"/></Relationships>
</file>

<file path=ppt/diagrams/_rels/data9.xml.rels><?xml version="1.0" encoding="UTF-8" standalone="yes"?>
<Relationships xmlns="http://schemas.openxmlformats.org/package/2006/relationships"><Relationship Id="rId1" Type="http://schemas.openxmlformats.org/officeDocument/2006/relationships/image" Target="../media/image39.jpg"/></Relationships>
</file>

<file path=ppt/diagrams/_rels/data10.xml.rels><?xml version="1.0" encoding="UTF-8" standalone="yes"?>
<Relationships xmlns="http://schemas.openxmlformats.org/package/2006/relationships"><Relationship Id="rId1" Type="http://schemas.openxmlformats.org/officeDocument/2006/relationships/image" Target="../media/image40.jpg"/></Relationships>
</file>

<file path=ppt/diagrams/_rels/drawing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image" Target="../media/image16.jpg"/><Relationship Id="rId5" Type="http://schemas.openxmlformats.org/officeDocument/2006/relationships/image" Target="../media/image20.jpeg"/><Relationship Id="rId4" Type="http://schemas.openxmlformats.org/officeDocument/2006/relationships/image" Target="../media/image19.jpg"/></Relationships>
</file>

<file path=ppt/diagrams/_rels/drawing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image" Target="../media/image21.jpg"/></Relationships>
</file>

<file path=ppt/diagrams/_rels/drawing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image" Target="../media/image24.jpg"/><Relationship Id="rId5" Type="http://schemas.openxmlformats.org/officeDocument/2006/relationships/image" Target="../media/image28.jpg"/><Relationship Id="rId4" Type="http://schemas.openxmlformats.org/officeDocument/2006/relationships/image" Target="../media/image27.jpg"/></Relationships>
</file>

<file path=ppt/diagrams/_rels/drawing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image" Target="../media/image29.jpg"/><Relationship Id="rId4" Type="http://schemas.openxmlformats.org/officeDocument/2006/relationships/image" Target="../media/image32.jpg"/></Relationships>
</file>

<file path=ppt/diagrams/_rels/drawing8.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image" Target="../media/image37.JPG"/></Relationships>
</file>

<file path=ppt/diagrams/_rels/drawing9.xml.rels><?xml version="1.0" encoding="UTF-8" standalone="yes"?>
<Relationships xmlns="http://schemas.openxmlformats.org/package/2006/relationships"><Relationship Id="rId1" Type="http://schemas.openxmlformats.org/officeDocument/2006/relationships/image" Target="../media/image39.jpg"/></Relationships>
</file>

<file path=ppt/diagrams/_rels/drawing10.xml.rels><?xml version="1.0" encoding="UTF-8" standalone="yes"?>
<Relationships xmlns="http://schemas.openxmlformats.org/package/2006/relationships"><Relationship Id="rId1" Type="http://schemas.openxmlformats.org/officeDocument/2006/relationships/image" Target="../media/image40.jp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F8CA50-E834-443F-8A45-EA749ED26CF6}" type="doc">
      <dgm:prSet loTypeId="urn:microsoft.com/office/officeart/2005/8/layout/bProcess4" loCatId="process" qsTypeId="urn:microsoft.com/office/officeart/2005/8/quickstyle/simple4" qsCatId="simple" csTypeId="urn:microsoft.com/office/officeart/2005/8/colors/colorful5" csCatId="colorful"/>
      <dgm:spPr/>
      <dgm:t>
        <a:bodyPr/>
        <a:lstStyle/>
        <a:p>
          <a:endParaRPr lang="en-US"/>
        </a:p>
      </dgm:t>
    </dgm:pt>
    <dgm:pt modelId="{8CE7B5E8-D37B-4EB6-8638-3435F290A9F7}">
      <dgm:prSet/>
      <dgm:spPr/>
      <dgm:t>
        <a:bodyPr/>
        <a:lstStyle/>
        <a:p>
          <a:r>
            <a:rPr lang="en-US"/>
            <a:t>About RICE West Nile, Arua Uganda</a:t>
          </a:r>
        </a:p>
      </dgm:t>
    </dgm:pt>
    <dgm:pt modelId="{3BD13A60-FEC8-4A66-9038-6DA8DD9390F1}" type="parTrans" cxnId="{DD931171-E705-48AB-B02F-DFEF3719E3F6}">
      <dgm:prSet/>
      <dgm:spPr/>
      <dgm:t>
        <a:bodyPr/>
        <a:lstStyle/>
        <a:p>
          <a:endParaRPr lang="en-US"/>
        </a:p>
      </dgm:t>
    </dgm:pt>
    <dgm:pt modelId="{A99B4B50-42A6-4C9E-AB1A-921F6AE1046D}" type="sibTrans" cxnId="{DD931171-E705-48AB-B02F-DFEF3719E3F6}">
      <dgm:prSet/>
      <dgm:spPr/>
      <dgm:t>
        <a:bodyPr/>
        <a:lstStyle/>
        <a:p>
          <a:endParaRPr lang="en-US"/>
        </a:p>
      </dgm:t>
    </dgm:pt>
    <dgm:pt modelId="{23AD8FA0-89C2-4FE6-8ECC-289EFF47C5E6}">
      <dgm:prSet/>
      <dgm:spPr/>
      <dgm:t>
        <a:bodyPr/>
        <a:lstStyle/>
        <a:p>
          <a:r>
            <a:rPr lang="en-US"/>
            <a:t>Summary of Key Activities</a:t>
          </a:r>
        </a:p>
      </dgm:t>
    </dgm:pt>
    <dgm:pt modelId="{AD2E6743-ED65-42DC-A80E-E0B2D989FB96}" type="parTrans" cxnId="{565905A7-30BB-4B24-A9E0-869ECC672C51}">
      <dgm:prSet/>
      <dgm:spPr/>
      <dgm:t>
        <a:bodyPr/>
        <a:lstStyle/>
        <a:p>
          <a:endParaRPr lang="en-US"/>
        </a:p>
      </dgm:t>
    </dgm:pt>
    <dgm:pt modelId="{53F5989D-804E-47AC-AA2E-D9542F87EE6E}" type="sibTrans" cxnId="{565905A7-30BB-4B24-A9E0-869ECC672C51}">
      <dgm:prSet/>
      <dgm:spPr/>
      <dgm:t>
        <a:bodyPr/>
        <a:lstStyle/>
        <a:p>
          <a:endParaRPr lang="en-US"/>
        </a:p>
      </dgm:t>
    </dgm:pt>
    <dgm:pt modelId="{DD484666-5807-4775-85D6-B242C4C10EBC}">
      <dgm:prSet/>
      <dgm:spPr/>
      <dgm:t>
        <a:bodyPr/>
        <a:lstStyle/>
        <a:p>
          <a:r>
            <a:rPr lang="en-US"/>
            <a:t>Challenges Spotted</a:t>
          </a:r>
        </a:p>
      </dgm:t>
    </dgm:pt>
    <dgm:pt modelId="{ACEA0153-2505-45EC-9345-BBB3C83A2C30}" type="parTrans" cxnId="{19E6AD10-4E10-4CE4-95DF-668C0C11A9E2}">
      <dgm:prSet/>
      <dgm:spPr/>
      <dgm:t>
        <a:bodyPr/>
        <a:lstStyle/>
        <a:p>
          <a:endParaRPr lang="en-US"/>
        </a:p>
      </dgm:t>
    </dgm:pt>
    <dgm:pt modelId="{A99A81BE-B581-4777-A1E2-0903D74233AF}" type="sibTrans" cxnId="{19E6AD10-4E10-4CE4-95DF-668C0C11A9E2}">
      <dgm:prSet/>
      <dgm:spPr/>
      <dgm:t>
        <a:bodyPr/>
        <a:lstStyle/>
        <a:p>
          <a:endParaRPr lang="en-US"/>
        </a:p>
      </dgm:t>
    </dgm:pt>
    <dgm:pt modelId="{C75C8669-953A-4843-8C74-F777391F8EBD}">
      <dgm:prSet/>
      <dgm:spPr/>
      <dgm:t>
        <a:bodyPr/>
        <a:lstStyle/>
        <a:p>
          <a:r>
            <a:rPr lang="en-US"/>
            <a:t>Key Achievements</a:t>
          </a:r>
        </a:p>
      </dgm:t>
    </dgm:pt>
    <dgm:pt modelId="{73FEA49B-CA6E-47CE-B059-F321084FF234}" type="parTrans" cxnId="{108B86F1-3387-4A76-9A0E-A25506640CAF}">
      <dgm:prSet/>
      <dgm:spPr/>
      <dgm:t>
        <a:bodyPr/>
        <a:lstStyle/>
        <a:p>
          <a:endParaRPr lang="en-US"/>
        </a:p>
      </dgm:t>
    </dgm:pt>
    <dgm:pt modelId="{AAEB9BB0-A083-4872-8318-C93B113D7678}" type="sibTrans" cxnId="{108B86F1-3387-4A76-9A0E-A25506640CAF}">
      <dgm:prSet/>
      <dgm:spPr/>
      <dgm:t>
        <a:bodyPr/>
        <a:lstStyle/>
        <a:p>
          <a:endParaRPr lang="en-US"/>
        </a:p>
      </dgm:t>
    </dgm:pt>
    <dgm:pt modelId="{51EBB48B-452C-4823-8176-E3A00C56ECA4}">
      <dgm:prSet/>
      <dgm:spPr/>
      <dgm:t>
        <a:bodyPr/>
        <a:lstStyle/>
        <a:p>
          <a:r>
            <a:rPr lang="en-US"/>
            <a:t>Community and personal integration</a:t>
          </a:r>
        </a:p>
      </dgm:t>
    </dgm:pt>
    <dgm:pt modelId="{D562D53F-41A7-400F-818C-55DAD2542F8B}" type="parTrans" cxnId="{195B827E-1942-4ABB-B3AE-29FB0FFF56C6}">
      <dgm:prSet/>
      <dgm:spPr/>
      <dgm:t>
        <a:bodyPr/>
        <a:lstStyle/>
        <a:p>
          <a:endParaRPr lang="en-US"/>
        </a:p>
      </dgm:t>
    </dgm:pt>
    <dgm:pt modelId="{4B0AA8D9-505C-4B24-A8B6-F6497F4F8460}" type="sibTrans" cxnId="{195B827E-1942-4ABB-B3AE-29FB0FFF56C6}">
      <dgm:prSet/>
      <dgm:spPr/>
      <dgm:t>
        <a:bodyPr/>
        <a:lstStyle/>
        <a:p>
          <a:endParaRPr lang="en-US"/>
        </a:p>
      </dgm:t>
    </dgm:pt>
    <dgm:pt modelId="{95506384-A212-47F3-9440-BF30ED73F57F}">
      <dgm:prSet/>
      <dgm:spPr/>
      <dgm:t>
        <a:bodyPr/>
        <a:lstStyle/>
        <a:p>
          <a:r>
            <a:rPr lang="en-US"/>
            <a:t>Professional and social Experience</a:t>
          </a:r>
        </a:p>
      </dgm:t>
    </dgm:pt>
    <dgm:pt modelId="{063A2C36-76E7-4674-B99F-6F5D9CF15354}" type="parTrans" cxnId="{053712EB-9157-45AC-9054-365EEE3B91F9}">
      <dgm:prSet/>
      <dgm:spPr/>
      <dgm:t>
        <a:bodyPr/>
        <a:lstStyle/>
        <a:p>
          <a:endParaRPr lang="en-US"/>
        </a:p>
      </dgm:t>
    </dgm:pt>
    <dgm:pt modelId="{AAE8F9FE-E2B1-4520-B4C5-7BA5A87F654B}" type="sibTrans" cxnId="{053712EB-9157-45AC-9054-365EEE3B91F9}">
      <dgm:prSet/>
      <dgm:spPr/>
      <dgm:t>
        <a:bodyPr/>
        <a:lstStyle/>
        <a:p>
          <a:endParaRPr lang="en-US"/>
        </a:p>
      </dgm:t>
    </dgm:pt>
    <dgm:pt modelId="{08F5B8C8-FAE2-49CA-AAC1-DCF7A8EF32D0}">
      <dgm:prSet/>
      <dgm:spPr/>
      <dgm:t>
        <a:bodyPr/>
        <a:lstStyle/>
        <a:p>
          <a:r>
            <a:rPr lang="en-US"/>
            <a:t>Cultural shock</a:t>
          </a:r>
        </a:p>
      </dgm:t>
    </dgm:pt>
    <dgm:pt modelId="{6F2DDB56-106C-4486-8C69-388D7B78CE72}" type="parTrans" cxnId="{4B154F2B-83DA-440D-8671-FB5E681BCA34}">
      <dgm:prSet/>
      <dgm:spPr/>
      <dgm:t>
        <a:bodyPr/>
        <a:lstStyle/>
        <a:p>
          <a:endParaRPr lang="en-US"/>
        </a:p>
      </dgm:t>
    </dgm:pt>
    <dgm:pt modelId="{FF729089-3CB1-4D68-BD7A-6BA37416865F}" type="sibTrans" cxnId="{4B154F2B-83DA-440D-8671-FB5E681BCA34}">
      <dgm:prSet/>
      <dgm:spPr/>
      <dgm:t>
        <a:bodyPr/>
        <a:lstStyle/>
        <a:p>
          <a:endParaRPr lang="en-US"/>
        </a:p>
      </dgm:t>
    </dgm:pt>
    <dgm:pt modelId="{27D76239-56F9-4E3D-963A-D35D11FA11BC}">
      <dgm:prSet/>
      <dgm:spPr/>
      <dgm:t>
        <a:bodyPr/>
        <a:lstStyle/>
        <a:p>
          <a:r>
            <a:rPr lang="en-US"/>
            <a:t>Challenges and mitigation strategies</a:t>
          </a:r>
        </a:p>
      </dgm:t>
    </dgm:pt>
    <dgm:pt modelId="{440E959C-E5F0-45A1-A474-88256935BF45}" type="parTrans" cxnId="{C7C0DFFD-7E74-4202-B431-4672AB4C9819}">
      <dgm:prSet/>
      <dgm:spPr/>
      <dgm:t>
        <a:bodyPr/>
        <a:lstStyle/>
        <a:p>
          <a:endParaRPr lang="en-US"/>
        </a:p>
      </dgm:t>
    </dgm:pt>
    <dgm:pt modelId="{0ED8BBDC-3B39-4847-82B5-0153A8570103}" type="sibTrans" cxnId="{C7C0DFFD-7E74-4202-B431-4672AB4C9819}">
      <dgm:prSet/>
      <dgm:spPr/>
      <dgm:t>
        <a:bodyPr/>
        <a:lstStyle/>
        <a:p>
          <a:endParaRPr lang="en-US"/>
        </a:p>
      </dgm:t>
    </dgm:pt>
    <dgm:pt modelId="{7EB277DF-D765-4382-A5D5-59EFB39F83D4}">
      <dgm:prSet/>
      <dgm:spPr/>
      <dgm:t>
        <a:bodyPr/>
        <a:lstStyle/>
        <a:p>
          <a:r>
            <a:rPr lang="en-US"/>
            <a:t>Impacts and Lessons Learnt</a:t>
          </a:r>
        </a:p>
      </dgm:t>
    </dgm:pt>
    <dgm:pt modelId="{334B7070-C014-450C-AD9A-F2ED857AC8BA}" type="parTrans" cxnId="{BA6818F2-D2A1-4926-B2E3-6873FBE314B2}">
      <dgm:prSet/>
      <dgm:spPr/>
      <dgm:t>
        <a:bodyPr/>
        <a:lstStyle/>
        <a:p>
          <a:endParaRPr lang="en-US"/>
        </a:p>
      </dgm:t>
    </dgm:pt>
    <dgm:pt modelId="{3C4F3334-4512-45A2-A275-8C885918A15F}" type="sibTrans" cxnId="{BA6818F2-D2A1-4926-B2E3-6873FBE314B2}">
      <dgm:prSet/>
      <dgm:spPr/>
      <dgm:t>
        <a:bodyPr/>
        <a:lstStyle/>
        <a:p>
          <a:endParaRPr lang="en-US"/>
        </a:p>
      </dgm:t>
    </dgm:pt>
    <dgm:pt modelId="{FA9922F5-7561-4494-8997-974453C78CA2}">
      <dgm:prSet/>
      <dgm:spPr/>
      <dgm:t>
        <a:bodyPr/>
        <a:lstStyle/>
        <a:p>
          <a:r>
            <a:rPr lang="en-US" dirty="0"/>
            <a:t>Looking ahead</a:t>
          </a:r>
        </a:p>
      </dgm:t>
    </dgm:pt>
    <dgm:pt modelId="{881A610D-0138-4AD7-B4AF-581582B94A46}" type="parTrans" cxnId="{E7ABE463-66ED-4971-9DED-36C19BB322E4}">
      <dgm:prSet/>
      <dgm:spPr/>
      <dgm:t>
        <a:bodyPr/>
        <a:lstStyle/>
        <a:p>
          <a:endParaRPr lang="en-US"/>
        </a:p>
      </dgm:t>
    </dgm:pt>
    <dgm:pt modelId="{5C1CA5F9-808B-40A7-B054-245DCA37A707}" type="sibTrans" cxnId="{E7ABE463-66ED-4971-9DED-36C19BB322E4}">
      <dgm:prSet/>
      <dgm:spPr/>
      <dgm:t>
        <a:bodyPr/>
        <a:lstStyle/>
        <a:p>
          <a:endParaRPr lang="en-US"/>
        </a:p>
      </dgm:t>
    </dgm:pt>
    <dgm:pt modelId="{557964CE-F97A-49B2-B15B-5364A40D3E55}">
      <dgm:prSet/>
      <dgm:spPr/>
      <dgm:t>
        <a:bodyPr/>
        <a:lstStyle/>
        <a:p>
          <a:r>
            <a:rPr lang="en-US"/>
            <a:t>Appreciation</a:t>
          </a:r>
        </a:p>
      </dgm:t>
    </dgm:pt>
    <dgm:pt modelId="{A88A49C9-4DA3-43F2-9D40-C00DAD10E2CF}" type="parTrans" cxnId="{84421CB6-1C50-4A5D-B150-742924FE54B4}">
      <dgm:prSet/>
      <dgm:spPr/>
      <dgm:t>
        <a:bodyPr/>
        <a:lstStyle/>
        <a:p>
          <a:endParaRPr lang="en-US"/>
        </a:p>
      </dgm:t>
    </dgm:pt>
    <dgm:pt modelId="{6D71DADD-4C03-448A-B3BF-96EEFF164AC9}" type="sibTrans" cxnId="{84421CB6-1C50-4A5D-B150-742924FE54B4}">
      <dgm:prSet/>
      <dgm:spPr/>
      <dgm:t>
        <a:bodyPr/>
        <a:lstStyle/>
        <a:p>
          <a:endParaRPr lang="en-US"/>
        </a:p>
      </dgm:t>
    </dgm:pt>
    <dgm:pt modelId="{4D81B7B0-1E2A-4AC8-949B-A8C7D6DACA5F}">
      <dgm:prSet/>
      <dgm:spPr/>
      <dgm:t>
        <a:bodyPr/>
        <a:lstStyle/>
        <a:p>
          <a:r>
            <a:rPr lang="en-US"/>
            <a:t>Conclusion</a:t>
          </a:r>
        </a:p>
      </dgm:t>
    </dgm:pt>
    <dgm:pt modelId="{10CC7668-9E73-404C-901A-E8100D681739}" type="parTrans" cxnId="{3D9901DC-E94F-49DB-80E3-1A073BB3FEFB}">
      <dgm:prSet/>
      <dgm:spPr/>
      <dgm:t>
        <a:bodyPr/>
        <a:lstStyle/>
        <a:p>
          <a:endParaRPr lang="en-US"/>
        </a:p>
      </dgm:t>
    </dgm:pt>
    <dgm:pt modelId="{496B4275-BFC7-4A71-8867-8D5890EFC070}" type="sibTrans" cxnId="{3D9901DC-E94F-49DB-80E3-1A073BB3FEFB}">
      <dgm:prSet/>
      <dgm:spPr/>
      <dgm:t>
        <a:bodyPr/>
        <a:lstStyle/>
        <a:p>
          <a:endParaRPr lang="en-US"/>
        </a:p>
      </dgm:t>
    </dgm:pt>
    <dgm:pt modelId="{96C8C8A8-D838-4CB4-8846-DCEE5B50668A}" type="pres">
      <dgm:prSet presAssocID="{64F8CA50-E834-443F-8A45-EA749ED26CF6}" presName="Name0" presStyleCnt="0">
        <dgm:presLayoutVars>
          <dgm:dir/>
          <dgm:resizeHandles/>
        </dgm:presLayoutVars>
      </dgm:prSet>
      <dgm:spPr/>
    </dgm:pt>
    <dgm:pt modelId="{B6C9D1EA-0438-4395-B63C-9C8AF14355BC}" type="pres">
      <dgm:prSet presAssocID="{8CE7B5E8-D37B-4EB6-8638-3435F290A9F7}" presName="compNode" presStyleCnt="0"/>
      <dgm:spPr/>
    </dgm:pt>
    <dgm:pt modelId="{D1FAFA74-A8D2-44CC-BB94-10074558600D}" type="pres">
      <dgm:prSet presAssocID="{8CE7B5E8-D37B-4EB6-8638-3435F290A9F7}" presName="dummyConnPt" presStyleCnt="0"/>
      <dgm:spPr/>
    </dgm:pt>
    <dgm:pt modelId="{7375F4D2-F0E9-4784-9C6B-170A3A09CB8A}" type="pres">
      <dgm:prSet presAssocID="{8CE7B5E8-D37B-4EB6-8638-3435F290A9F7}" presName="node" presStyleLbl="node1" presStyleIdx="0" presStyleCnt="12">
        <dgm:presLayoutVars>
          <dgm:bulletEnabled val="1"/>
        </dgm:presLayoutVars>
      </dgm:prSet>
      <dgm:spPr/>
    </dgm:pt>
    <dgm:pt modelId="{D9C8DBB4-0641-454A-8C50-09148DAE79D4}" type="pres">
      <dgm:prSet presAssocID="{A99B4B50-42A6-4C9E-AB1A-921F6AE1046D}" presName="sibTrans" presStyleLbl="bgSibTrans2D1" presStyleIdx="0" presStyleCnt="11"/>
      <dgm:spPr/>
    </dgm:pt>
    <dgm:pt modelId="{F20A67BE-06BC-4FC3-894C-3B622C39C70A}" type="pres">
      <dgm:prSet presAssocID="{23AD8FA0-89C2-4FE6-8ECC-289EFF47C5E6}" presName="compNode" presStyleCnt="0"/>
      <dgm:spPr/>
    </dgm:pt>
    <dgm:pt modelId="{7CF33C58-D755-421B-BBAB-5E589CECD245}" type="pres">
      <dgm:prSet presAssocID="{23AD8FA0-89C2-4FE6-8ECC-289EFF47C5E6}" presName="dummyConnPt" presStyleCnt="0"/>
      <dgm:spPr/>
    </dgm:pt>
    <dgm:pt modelId="{407AFEE8-E5C9-4FEB-8BA0-B45A8271F39A}" type="pres">
      <dgm:prSet presAssocID="{23AD8FA0-89C2-4FE6-8ECC-289EFF47C5E6}" presName="node" presStyleLbl="node1" presStyleIdx="1" presStyleCnt="12">
        <dgm:presLayoutVars>
          <dgm:bulletEnabled val="1"/>
        </dgm:presLayoutVars>
      </dgm:prSet>
      <dgm:spPr/>
    </dgm:pt>
    <dgm:pt modelId="{7C020F9F-58AA-40DD-AC54-B263A7E3EA4B}" type="pres">
      <dgm:prSet presAssocID="{53F5989D-804E-47AC-AA2E-D9542F87EE6E}" presName="sibTrans" presStyleLbl="bgSibTrans2D1" presStyleIdx="1" presStyleCnt="11"/>
      <dgm:spPr/>
    </dgm:pt>
    <dgm:pt modelId="{FAA12D29-1005-48A4-A1AF-50CC0C854F40}" type="pres">
      <dgm:prSet presAssocID="{DD484666-5807-4775-85D6-B242C4C10EBC}" presName="compNode" presStyleCnt="0"/>
      <dgm:spPr/>
    </dgm:pt>
    <dgm:pt modelId="{699E74CD-8561-4AA5-ABE2-17BBCE2E97A3}" type="pres">
      <dgm:prSet presAssocID="{DD484666-5807-4775-85D6-B242C4C10EBC}" presName="dummyConnPt" presStyleCnt="0"/>
      <dgm:spPr/>
    </dgm:pt>
    <dgm:pt modelId="{35F27827-A05C-4A67-A62A-CCE48D9F7737}" type="pres">
      <dgm:prSet presAssocID="{DD484666-5807-4775-85D6-B242C4C10EBC}" presName="node" presStyleLbl="node1" presStyleIdx="2" presStyleCnt="12">
        <dgm:presLayoutVars>
          <dgm:bulletEnabled val="1"/>
        </dgm:presLayoutVars>
      </dgm:prSet>
      <dgm:spPr/>
    </dgm:pt>
    <dgm:pt modelId="{27D2D9FA-9954-46F9-B87D-7255E0CC8B05}" type="pres">
      <dgm:prSet presAssocID="{A99A81BE-B581-4777-A1E2-0903D74233AF}" presName="sibTrans" presStyleLbl="bgSibTrans2D1" presStyleIdx="2" presStyleCnt="11"/>
      <dgm:spPr/>
    </dgm:pt>
    <dgm:pt modelId="{6A96040A-7C03-4B47-9F0F-B7DEE04388B1}" type="pres">
      <dgm:prSet presAssocID="{C75C8669-953A-4843-8C74-F777391F8EBD}" presName="compNode" presStyleCnt="0"/>
      <dgm:spPr/>
    </dgm:pt>
    <dgm:pt modelId="{3D5A984D-3CEB-4D86-BDF0-1AE33A794A48}" type="pres">
      <dgm:prSet presAssocID="{C75C8669-953A-4843-8C74-F777391F8EBD}" presName="dummyConnPt" presStyleCnt="0"/>
      <dgm:spPr/>
    </dgm:pt>
    <dgm:pt modelId="{C38DFD15-9E31-46D8-9692-59B26AE8B5F0}" type="pres">
      <dgm:prSet presAssocID="{C75C8669-953A-4843-8C74-F777391F8EBD}" presName="node" presStyleLbl="node1" presStyleIdx="3" presStyleCnt="12">
        <dgm:presLayoutVars>
          <dgm:bulletEnabled val="1"/>
        </dgm:presLayoutVars>
      </dgm:prSet>
      <dgm:spPr/>
    </dgm:pt>
    <dgm:pt modelId="{61F58A58-931B-4CE7-9797-EF0B071A4DB0}" type="pres">
      <dgm:prSet presAssocID="{AAEB9BB0-A083-4872-8318-C93B113D7678}" presName="sibTrans" presStyleLbl="bgSibTrans2D1" presStyleIdx="3" presStyleCnt="11"/>
      <dgm:spPr/>
    </dgm:pt>
    <dgm:pt modelId="{674156F1-1AD8-48C6-959B-65508046E975}" type="pres">
      <dgm:prSet presAssocID="{51EBB48B-452C-4823-8176-E3A00C56ECA4}" presName="compNode" presStyleCnt="0"/>
      <dgm:spPr/>
    </dgm:pt>
    <dgm:pt modelId="{B2E583E2-3600-4C28-9617-4BC08F774336}" type="pres">
      <dgm:prSet presAssocID="{51EBB48B-452C-4823-8176-E3A00C56ECA4}" presName="dummyConnPt" presStyleCnt="0"/>
      <dgm:spPr/>
    </dgm:pt>
    <dgm:pt modelId="{61447C19-D0CB-41E1-89B1-A256341C3EE7}" type="pres">
      <dgm:prSet presAssocID="{51EBB48B-452C-4823-8176-E3A00C56ECA4}" presName="node" presStyleLbl="node1" presStyleIdx="4" presStyleCnt="12">
        <dgm:presLayoutVars>
          <dgm:bulletEnabled val="1"/>
        </dgm:presLayoutVars>
      </dgm:prSet>
      <dgm:spPr/>
    </dgm:pt>
    <dgm:pt modelId="{A273550C-485D-410E-A35E-C9DADDC4F66E}" type="pres">
      <dgm:prSet presAssocID="{4B0AA8D9-505C-4B24-A8B6-F6497F4F8460}" presName="sibTrans" presStyleLbl="bgSibTrans2D1" presStyleIdx="4" presStyleCnt="11"/>
      <dgm:spPr/>
    </dgm:pt>
    <dgm:pt modelId="{8CF8F1A1-3B66-4AC9-A604-9630E6DCB79B}" type="pres">
      <dgm:prSet presAssocID="{95506384-A212-47F3-9440-BF30ED73F57F}" presName="compNode" presStyleCnt="0"/>
      <dgm:spPr/>
    </dgm:pt>
    <dgm:pt modelId="{D40B582A-EEB5-4213-9B19-15E4A7213839}" type="pres">
      <dgm:prSet presAssocID="{95506384-A212-47F3-9440-BF30ED73F57F}" presName="dummyConnPt" presStyleCnt="0"/>
      <dgm:spPr/>
    </dgm:pt>
    <dgm:pt modelId="{1B42C54A-90A5-4300-A533-6D1FF5EAC96F}" type="pres">
      <dgm:prSet presAssocID="{95506384-A212-47F3-9440-BF30ED73F57F}" presName="node" presStyleLbl="node1" presStyleIdx="5" presStyleCnt="12">
        <dgm:presLayoutVars>
          <dgm:bulletEnabled val="1"/>
        </dgm:presLayoutVars>
      </dgm:prSet>
      <dgm:spPr/>
    </dgm:pt>
    <dgm:pt modelId="{829D81C4-A526-47D2-9377-4892691A13B6}" type="pres">
      <dgm:prSet presAssocID="{AAE8F9FE-E2B1-4520-B4C5-7BA5A87F654B}" presName="sibTrans" presStyleLbl="bgSibTrans2D1" presStyleIdx="5" presStyleCnt="11"/>
      <dgm:spPr/>
    </dgm:pt>
    <dgm:pt modelId="{20A9A092-96CD-4D08-9C20-25F0ED641AF5}" type="pres">
      <dgm:prSet presAssocID="{08F5B8C8-FAE2-49CA-AAC1-DCF7A8EF32D0}" presName="compNode" presStyleCnt="0"/>
      <dgm:spPr/>
    </dgm:pt>
    <dgm:pt modelId="{32A934D9-A1F4-4F75-B0A3-B4CF21A623A0}" type="pres">
      <dgm:prSet presAssocID="{08F5B8C8-FAE2-49CA-AAC1-DCF7A8EF32D0}" presName="dummyConnPt" presStyleCnt="0"/>
      <dgm:spPr/>
    </dgm:pt>
    <dgm:pt modelId="{F0A9BD00-4E2D-4E34-A8FB-C78DE9EBE2BE}" type="pres">
      <dgm:prSet presAssocID="{08F5B8C8-FAE2-49CA-AAC1-DCF7A8EF32D0}" presName="node" presStyleLbl="node1" presStyleIdx="6" presStyleCnt="12">
        <dgm:presLayoutVars>
          <dgm:bulletEnabled val="1"/>
        </dgm:presLayoutVars>
      </dgm:prSet>
      <dgm:spPr/>
    </dgm:pt>
    <dgm:pt modelId="{51803E34-8B2D-47C8-A138-7024F265713F}" type="pres">
      <dgm:prSet presAssocID="{FF729089-3CB1-4D68-BD7A-6BA37416865F}" presName="sibTrans" presStyleLbl="bgSibTrans2D1" presStyleIdx="6" presStyleCnt="11"/>
      <dgm:spPr/>
    </dgm:pt>
    <dgm:pt modelId="{0A3CE5E0-16F0-47E6-959D-1836028BBA33}" type="pres">
      <dgm:prSet presAssocID="{27D76239-56F9-4E3D-963A-D35D11FA11BC}" presName="compNode" presStyleCnt="0"/>
      <dgm:spPr/>
    </dgm:pt>
    <dgm:pt modelId="{B40B7297-CE50-47C0-85EB-FFC4366F77C7}" type="pres">
      <dgm:prSet presAssocID="{27D76239-56F9-4E3D-963A-D35D11FA11BC}" presName="dummyConnPt" presStyleCnt="0"/>
      <dgm:spPr/>
    </dgm:pt>
    <dgm:pt modelId="{C57EFF8B-8064-442B-9E27-453E055FBDF2}" type="pres">
      <dgm:prSet presAssocID="{27D76239-56F9-4E3D-963A-D35D11FA11BC}" presName="node" presStyleLbl="node1" presStyleIdx="7" presStyleCnt="12">
        <dgm:presLayoutVars>
          <dgm:bulletEnabled val="1"/>
        </dgm:presLayoutVars>
      </dgm:prSet>
      <dgm:spPr/>
    </dgm:pt>
    <dgm:pt modelId="{14600D6F-2822-4FEE-8FA2-CBB23019C4B0}" type="pres">
      <dgm:prSet presAssocID="{0ED8BBDC-3B39-4847-82B5-0153A8570103}" presName="sibTrans" presStyleLbl="bgSibTrans2D1" presStyleIdx="7" presStyleCnt="11"/>
      <dgm:spPr/>
    </dgm:pt>
    <dgm:pt modelId="{F00E09FE-5EE6-47A7-8205-FB3AA4F834D2}" type="pres">
      <dgm:prSet presAssocID="{7EB277DF-D765-4382-A5D5-59EFB39F83D4}" presName="compNode" presStyleCnt="0"/>
      <dgm:spPr/>
    </dgm:pt>
    <dgm:pt modelId="{419D9DF7-7FFE-4A39-B840-CD2C0B3E8241}" type="pres">
      <dgm:prSet presAssocID="{7EB277DF-D765-4382-A5D5-59EFB39F83D4}" presName="dummyConnPt" presStyleCnt="0"/>
      <dgm:spPr/>
    </dgm:pt>
    <dgm:pt modelId="{E602007D-0001-4844-9597-758888359EDC}" type="pres">
      <dgm:prSet presAssocID="{7EB277DF-D765-4382-A5D5-59EFB39F83D4}" presName="node" presStyleLbl="node1" presStyleIdx="8" presStyleCnt="12">
        <dgm:presLayoutVars>
          <dgm:bulletEnabled val="1"/>
        </dgm:presLayoutVars>
      </dgm:prSet>
      <dgm:spPr/>
    </dgm:pt>
    <dgm:pt modelId="{3D446236-ADED-42BF-AFC4-6BAFEE427F35}" type="pres">
      <dgm:prSet presAssocID="{3C4F3334-4512-45A2-A275-8C885918A15F}" presName="sibTrans" presStyleLbl="bgSibTrans2D1" presStyleIdx="8" presStyleCnt="11"/>
      <dgm:spPr/>
    </dgm:pt>
    <dgm:pt modelId="{399DA155-98E8-418F-B082-64329EA33E60}" type="pres">
      <dgm:prSet presAssocID="{FA9922F5-7561-4494-8997-974453C78CA2}" presName="compNode" presStyleCnt="0"/>
      <dgm:spPr/>
    </dgm:pt>
    <dgm:pt modelId="{F72E53C1-5593-4D0D-B9B7-268F1002DFBD}" type="pres">
      <dgm:prSet presAssocID="{FA9922F5-7561-4494-8997-974453C78CA2}" presName="dummyConnPt" presStyleCnt="0"/>
      <dgm:spPr/>
    </dgm:pt>
    <dgm:pt modelId="{B79AB46D-C48C-4AD9-A0B3-B84896B46F64}" type="pres">
      <dgm:prSet presAssocID="{FA9922F5-7561-4494-8997-974453C78CA2}" presName="node" presStyleLbl="node1" presStyleIdx="9" presStyleCnt="12">
        <dgm:presLayoutVars>
          <dgm:bulletEnabled val="1"/>
        </dgm:presLayoutVars>
      </dgm:prSet>
      <dgm:spPr/>
    </dgm:pt>
    <dgm:pt modelId="{C5F710E3-52BF-417A-A052-E4B320AC96B8}" type="pres">
      <dgm:prSet presAssocID="{5C1CA5F9-808B-40A7-B054-245DCA37A707}" presName="sibTrans" presStyleLbl="bgSibTrans2D1" presStyleIdx="9" presStyleCnt="11"/>
      <dgm:spPr/>
    </dgm:pt>
    <dgm:pt modelId="{C186E708-DB37-4BBF-874C-DA87B069CEBD}" type="pres">
      <dgm:prSet presAssocID="{557964CE-F97A-49B2-B15B-5364A40D3E55}" presName="compNode" presStyleCnt="0"/>
      <dgm:spPr/>
    </dgm:pt>
    <dgm:pt modelId="{C19B71E7-214F-4032-B6EE-58F8633153D8}" type="pres">
      <dgm:prSet presAssocID="{557964CE-F97A-49B2-B15B-5364A40D3E55}" presName="dummyConnPt" presStyleCnt="0"/>
      <dgm:spPr/>
    </dgm:pt>
    <dgm:pt modelId="{D7033591-3E58-473E-B454-894E43E6DE51}" type="pres">
      <dgm:prSet presAssocID="{557964CE-F97A-49B2-B15B-5364A40D3E55}" presName="node" presStyleLbl="node1" presStyleIdx="10" presStyleCnt="12">
        <dgm:presLayoutVars>
          <dgm:bulletEnabled val="1"/>
        </dgm:presLayoutVars>
      </dgm:prSet>
      <dgm:spPr/>
    </dgm:pt>
    <dgm:pt modelId="{A2DCAD87-4EA4-4917-9847-535A45175911}" type="pres">
      <dgm:prSet presAssocID="{6D71DADD-4C03-448A-B3BF-96EEFF164AC9}" presName="sibTrans" presStyleLbl="bgSibTrans2D1" presStyleIdx="10" presStyleCnt="11"/>
      <dgm:spPr/>
    </dgm:pt>
    <dgm:pt modelId="{6BC522F2-338E-4CFF-B477-36BB282D90BC}" type="pres">
      <dgm:prSet presAssocID="{4D81B7B0-1E2A-4AC8-949B-A8C7D6DACA5F}" presName="compNode" presStyleCnt="0"/>
      <dgm:spPr/>
    </dgm:pt>
    <dgm:pt modelId="{C334FCFD-9EB7-48EB-A524-F4D562B58828}" type="pres">
      <dgm:prSet presAssocID="{4D81B7B0-1E2A-4AC8-949B-A8C7D6DACA5F}" presName="dummyConnPt" presStyleCnt="0"/>
      <dgm:spPr/>
    </dgm:pt>
    <dgm:pt modelId="{4F9528B2-48A9-4581-BC5E-51346AC0C94D}" type="pres">
      <dgm:prSet presAssocID="{4D81B7B0-1E2A-4AC8-949B-A8C7D6DACA5F}" presName="node" presStyleLbl="node1" presStyleIdx="11" presStyleCnt="12">
        <dgm:presLayoutVars>
          <dgm:bulletEnabled val="1"/>
        </dgm:presLayoutVars>
      </dgm:prSet>
      <dgm:spPr/>
    </dgm:pt>
  </dgm:ptLst>
  <dgm:cxnLst>
    <dgm:cxn modelId="{7271D408-628E-409B-ABC6-438F555F4ED5}" type="presOf" srcId="{4D81B7B0-1E2A-4AC8-949B-A8C7D6DACA5F}" destId="{4F9528B2-48A9-4581-BC5E-51346AC0C94D}" srcOrd="0" destOrd="0" presId="urn:microsoft.com/office/officeart/2005/8/layout/bProcess4"/>
    <dgm:cxn modelId="{63E4B909-A513-4884-8B0C-DBA9080EA742}" type="presOf" srcId="{08F5B8C8-FAE2-49CA-AAC1-DCF7A8EF32D0}" destId="{F0A9BD00-4E2D-4E34-A8FB-C78DE9EBE2BE}" srcOrd="0" destOrd="0" presId="urn:microsoft.com/office/officeart/2005/8/layout/bProcess4"/>
    <dgm:cxn modelId="{19E6AD10-4E10-4CE4-95DF-668C0C11A9E2}" srcId="{64F8CA50-E834-443F-8A45-EA749ED26CF6}" destId="{DD484666-5807-4775-85D6-B242C4C10EBC}" srcOrd="2" destOrd="0" parTransId="{ACEA0153-2505-45EC-9345-BBB3C83A2C30}" sibTransId="{A99A81BE-B581-4777-A1E2-0903D74233AF}"/>
    <dgm:cxn modelId="{C0965E15-77F3-4BD4-8B4B-16CE21C84C6C}" type="presOf" srcId="{FA9922F5-7561-4494-8997-974453C78CA2}" destId="{B79AB46D-C48C-4AD9-A0B3-B84896B46F64}" srcOrd="0" destOrd="0" presId="urn:microsoft.com/office/officeart/2005/8/layout/bProcess4"/>
    <dgm:cxn modelId="{4995B821-9E6E-45B8-8082-331A3F993574}" type="presOf" srcId="{A99B4B50-42A6-4C9E-AB1A-921F6AE1046D}" destId="{D9C8DBB4-0641-454A-8C50-09148DAE79D4}" srcOrd="0" destOrd="0" presId="urn:microsoft.com/office/officeart/2005/8/layout/bProcess4"/>
    <dgm:cxn modelId="{4B154F2B-83DA-440D-8671-FB5E681BCA34}" srcId="{64F8CA50-E834-443F-8A45-EA749ED26CF6}" destId="{08F5B8C8-FAE2-49CA-AAC1-DCF7A8EF32D0}" srcOrd="6" destOrd="0" parTransId="{6F2DDB56-106C-4486-8C69-388D7B78CE72}" sibTransId="{FF729089-3CB1-4D68-BD7A-6BA37416865F}"/>
    <dgm:cxn modelId="{F640732B-392C-4E1B-BFD7-934BC233C66C}" type="presOf" srcId="{A99A81BE-B581-4777-A1E2-0903D74233AF}" destId="{27D2D9FA-9954-46F9-B87D-7255E0CC8B05}" srcOrd="0" destOrd="0" presId="urn:microsoft.com/office/officeart/2005/8/layout/bProcess4"/>
    <dgm:cxn modelId="{5585802C-B1D4-4E58-A014-BAC5EB1E4C14}" type="presOf" srcId="{AAEB9BB0-A083-4872-8318-C93B113D7678}" destId="{61F58A58-931B-4CE7-9797-EF0B071A4DB0}" srcOrd="0" destOrd="0" presId="urn:microsoft.com/office/officeart/2005/8/layout/bProcess4"/>
    <dgm:cxn modelId="{B975AD32-74E3-48A7-A827-3B6119D14732}" type="presOf" srcId="{AAE8F9FE-E2B1-4520-B4C5-7BA5A87F654B}" destId="{829D81C4-A526-47D2-9377-4892691A13B6}" srcOrd="0" destOrd="0" presId="urn:microsoft.com/office/officeart/2005/8/layout/bProcess4"/>
    <dgm:cxn modelId="{4AB0F137-B52D-4A06-B7C3-731DAB10F376}" type="presOf" srcId="{557964CE-F97A-49B2-B15B-5364A40D3E55}" destId="{D7033591-3E58-473E-B454-894E43E6DE51}" srcOrd="0" destOrd="0" presId="urn:microsoft.com/office/officeart/2005/8/layout/bProcess4"/>
    <dgm:cxn modelId="{E7ABE463-66ED-4971-9DED-36C19BB322E4}" srcId="{64F8CA50-E834-443F-8A45-EA749ED26CF6}" destId="{FA9922F5-7561-4494-8997-974453C78CA2}" srcOrd="9" destOrd="0" parTransId="{881A610D-0138-4AD7-B4AF-581582B94A46}" sibTransId="{5C1CA5F9-808B-40A7-B054-245DCA37A707}"/>
    <dgm:cxn modelId="{09DAEA44-9B02-46C8-870A-B19726683A87}" type="presOf" srcId="{5C1CA5F9-808B-40A7-B054-245DCA37A707}" destId="{C5F710E3-52BF-417A-A052-E4B320AC96B8}" srcOrd="0" destOrd="0" presId="urn:microsoft.com/office/officeart/2005/8/layout/bProcess4"/>
    <dgm:cxn modelId="{1B7B1D6C-E855-43CB-A595-FB9380E3851F}" type="presOf" srcId="{64F8CA50-E834-443F-8A45-EA749ED26CF6}" destId="{96C8C8A8-D838-4CB4-8846-DCEE5B50668A}" srcOrd="0" destOrd="0" presId="urn:microsoft.com/office/officeart/2005/8/layout/bProcess4"/>
    <dgm:cxn modelId="{BE47884F-49D4-4F63-8D5B-9D62F5D86F31}" type="presOf" srcId="{53F5989D-804E-47AC-AA2E-D9542F87EE6E}" destId="{7C020F9F-58AA-40DD-AC54-B263A7E3EA4B}" srcOrd="0" destOrd="0" presId="urn:microsoft.com/office/officeart/2005/8/layout/bProcess4"/>
    <dgm:cxn modelId="{DD931171-E705-48AB-B02F-DFEF3719E3F6}" srcId="{64F8CA50-E834-443F-8A45-EA749ED26CF6}" destId="{8CE7B5E8-D37B-4EB6-8638-3435F290A9F7}" srcOrd="0" destOrd="0" parTransId="{3BD13A60-FEC8-4A66-9038-6DA8DD9390F1}" sibTransId="{A99B4B50-42A6-4C9E-AB1A-921F6AE1046D}"/>
    <dgm:cxn modelId="{B13E9D75-B664-40C2-B0DE-08B695FBCC44}" type="presOf" srcId="{7EB277DF-D765-4382-A5D5-59EFB39F83D4}" destId="{E602007D-0001-4844-9597-758888359EDC}" srcOrd="0" destOrd="0" presId="urn:microsoft.com/office/officeart/2005/8/layout/bProcess4"/>
    <dgm:cxn modelId="{195B827E-1942-4ABB-B3AE-29FB0FFF56C6}" srcId="{64F8CA50-E834-443F-8A45-EA749ED26CF6}" destId="{51EBB48B-452C-4823-8176-E3A00C56ECA4}" srcOrd="4" destOrd="0" parTransId="{D562D53F-41A7-400F-818C-55DAD2542F8B}" sibTransId="{4B0AA8D9-505C-4B24-A8B6-F6497F4F8460}"/>
    <dgm:cxn modelId="{7FB6A4A3-4F91-4071-89D7-43A01D4FDDFB}" type="presOf" srcId="{8CE7B5E8-D37B-4EB6-8638-3435F290A9F7}" destId="{7375F4D2-F0E9-4784-9C6B-170A3A09CB8A}" srcOrd="0" destOrd="0" presId="urn:microsoft.com/office/officeart/2005/8/layout/bProcess4"/>
    <dgm:cxn modelId="{565905A7-30BB-4B24-A9E0-869ECC672C51}" srcId="{64F8CA50-E834-443F-8A45-EA749ED26CF6}" destId="{23AD8FA0-89C2-4FE6-8ECC-289EFF47C5E6}" srcOrd="1" destOrd="0" parTransId="{AD2E6743-ED65-42DC-A80E-E0B2D989FB96}" sibTransId="{53F5989D-804E-47AC-AA2E-D9542F87EE6E}"/>
    <dgm:cxn modelId="{874CE7AA-B960-4D05-951F-D2096632C350}" type="presOf" srcId="{6D71DADD-4C03-448A-B3BF-96EEFF164AC9}" destId="{A2DCAD87-4EA4-4917-9847-535A45175911}" srcOrd="0" destOrd="0" presId="urn:microsoft.com/office/officeart/2005/8/layout/bProcess4"/>
    <dgm:cxn modelId="{B36292B0-4FD9-487A-8CF9-014F36D0F093}" type="presOf" srcId="{4B0AA8D9-505C-4B24-A8B6-F6497F4F8460}" destId="{A273550C-485D-410E-A35E-C9DADDC4F66E}" srcOrd="0" destOrd="0" presId="urn:microsoft.com/office/officeart/2005/8/layout/bProcess4"/>
    <dgm:cxn modelId="{DB9FA5B0-9552-4693-B1D2-8CD6C2C290C7}" type="presOf" srcId="{23AD8FA0-89C2-4FE6-8ECC-289EFF47C5E6}" destId="{407AFEE8-E5C9-4FEB-8BA0-B45A8271F39A}" srcOrd="0" destOrd="0" presId="urn:microsoft.com/office/officeart/2005/8/layout/bProcess4"/>
    <dgm:cxn modelId="{84421CB6-1C50-4A5D-B150-742924FE54B4}" srcId="{64F8CA50-E834-443F-8A45-EA749ED26CF6}" destId="{557964CE-F97A-49B2-B15B-5364A40D3E55}" srcOrd="10" destOrd="0" parTransId="{A88A49C9-4DA3-43F2-9D40-C00DAD10E2CF}" sibTransId="{6D71DADD-4C03-448A-B3BF-96EEFF164AC9}"/>
    <dgm:cxn modelId="{4C1930C4-05E4-4D8E-992F-44D977E2E69D}" type="presOf" srcId="{51EBB48B-452C-4823-8176-E3A00C56ECA4}" destId="{61447C19-D0CB-41E1-89B1-A256341C3EE7}" srcOrd="0" destOrd="0" presId="urn:microsoft.com/office/officeart/2005/8/layout/bProcess4"/>
    <dgm:cxn modelId="{D10151D8-9D00-4454-A942-C20154D9C5DC}" type="presOf" srcId="{FF729089-3CB1-4D68-BD7A-6BA37416865F}" destId="{51803E34-8B2D-47C8-A138-7024F265713F}" srcOrd="0" destOrd="0" presId="urn:microsoft.com/office/officeart/2005/8/layout/bProcess4"/>
    <dgm:cxn modelId="{152B83DB-962A-4ED6-9285-C8259E8D3EB5}" type="presOf" srcId="{C75C8669-953A-4843-8C74-F777391F8EBD}" destId="{C38DFD15-9E31-46D8-9692-59B26AE8B5F0}" srcOrd="0" destOrd="0" presId="urn:microsoft.com/office/officeart/2005/8/layout/bProcess4"/>
    <dgm:cxn modelId="{3D9901DC-E94F-49DB-80E3-1A073BB3FEFB}" srcId="{64F8CA50-E834-443F-8A45-EA749ED26CF6}" destId="{4D81B7B0-1E2A-4AC8-949B-A8C7D6DACA5F}" srcOrd="11" destOrd="0" parTransId="{10CC7668-9E73-404C-901A-E8100D681739}" sibTransId="{496B4275-BFC7-4A71-8867-8D5890EFC070}"/>
    <dgm:cxn modelId="{053712EB-9157-45AC-9054-365EEE3B91F9}" srcId="{64F8CA50-E834-443F-8A45-EA749ED26CF6}" destId="{95506384-A212-47F3-9440-BF30ED73F57F}" srcOrd="5" destOrd="0" parTransId="{063A2C36-76E7-4674-B99F-6F5D9CF15354}" sibTransId="{AAE8F9FE-E2B1-4520-B4C5-7BA5A87F654B}"/>
    <dgm:cxn modelId="{A4C996EE-6049-44C3-8099-E2F9CB01FAE1}" type="presOf" srcId="{95506384-A212-47F3-9440-BF30ED73F57F}" destId="{1B42C54A-90A5-4300-A533-6D1FF5EAC96F}" srcOrd="0" destOrd="0" presId="urn:microsoft.com/office/officeart/2005/8/layout/bProcess4"/>
    <dgm:cxn modelId="{8CEA36EF-EEB2-425E-B856-FD23FFDBE439}" type="presOf" srcId="{3C4F3334-4512-45A2-A275-8C885918A15F}" destId="{3D446236-ADED-42BF-AFC4-6BAFEE427F35}" srcOrd="0" destOrd="0" presId="urn:microsoft.com/office/officeart/2005/8/layout/bProcess4"/>
    <dgm:cxn modelId="{108B86F1-3387-4A76-9A0E-A25506640CAF}" srcId="{64F8CA50-E834-443F-8A45-EA749ED26CF6}" destId="{C75C8669-953A-4843-8C74-F777391F8EBD}" srcOrd="3" destOrd="0" parTransId="{73FEA49B-CA6E-47CE-B059-F321084FF234}" sibTransId="{AAEB9BB0-A083-4872-8318-C93B113D7678}"/>
    <dgm:cxn modelId="{BA6818F2-D2A1-4926-B2E3-6873FBE314B2}" srcId="{64F8CA50-E834-443F-8A45-EA749ED26CF6}" destId="{7EB277DF-D765-4382-A5D5-59EFB39F83D4}" srcOrd="8" destOrd="0" parTransId="{334B7070-C014-450C-AD9A-F2ED857AC8BA}" sibTransId="{3C4F3334-4512-45A2-A275-8C885918A15F}"/>
    <dgm:cxn modelId="{55C9E6F2-6B2F-420E-9B5D-84395F808543}" type="presOf" srcId="{DD484666-5807-4775-85D6-B242C4C10EBC}" destId="{35F27827-A05C-4A67-A62A-CCE48D9F7737}" srcOrd="0" destOrd="0" presId="urn:microsoft.com/office/officeart/2005/8/layout/bProcess4"/>
    <dgm:cxn modelId="{E8BE07F3-AC83-46F3-AD7B-1D2F278F31C5}" type="presOf" srcId="{27D76239-56F9-4E3D-963A-D35D11FA11BC}" destId="{C57EFF8B-8064-442B-9E27-453E055FBDF2}" srcOrd="0" destOrd="0" presId="urn:microsoft.com/office/officeart/2005/8/layout/bProcess4"/>
    <dgm:cxn modelId="{C7C0DFFD-7E74-4202-B431-4672AB4C9819}" srcId="{64F8CA50-E834-443F-8A45-EA749ED26CF6}" destId="{27D76239-56F9-4E3D-963A-D35D11FA11BC}" srcOrd="7" destOrd="0" parTransId="{440E959C-E5F0-45A1-A474-88256935BF45}" sibTransId="{0ED8BBDC-3B39-4847-82B5-0153A8570103}"/>
    <dgm:cxn modelId="{A55AE3FD-ECCE-4D90-AEBE-A3945D609C66}" type="presOf" srcId="{0ED8BBDC-3B39-4847-82B5-0153A8570103}" destId="{14600D6F-2822-4FEE-8FA2-CBB23019C4B0}" srcOrd="0" destOrd="0" presId="urn:microsoft.com/office/officeart/2005/8/layout/bProcess4"/>
    <dgm:cxn modelId="{9951E04B-0658-4BBA-8138-43EDFB67FC36}" type="presParOf" srcId="{96C8C8A8-D838-4CB4-8846-DCEE5B50668A}" destId="{B6C9D1EA-0438-4395-B63C-9C8AF14355BC}" srcOrd="0" destOrd="0" presId="urn:microsoft.com/office/officeart/2005/8/layout/bProcess4"/>
    <dgm:cxn modelId="{3561775B-5C95-44DC-BC47-B8E1EACE0F76}" type="presParOf" srcId="{B6C9D1EA-0438-4395-B63C-9C8AF14355BC}" destId="{D1FAFA74-A8D2-44CC-BB94-10074558600D}" srcOrd="0" destOrd="0" presId="urn:microsoft.com/office/officeart/2005/8/layout/bProcess4"/>
    <dgm:cxn modelId="{D4C2560D-C96D-4B99-8DA4-0E72D18EDB83}" type="presParOf" srcId="{B6C9D1EA-0438-4395-B63C-9C8AF14355BC}" destId="{7375F4D2-F0E9-4784-9C6B-170A3A09CB8A}" srcOrd="1" destOrd="0" presId="urn:microsoft.com/office/officeart/2005/8/layout/bProcess4"/>
    <dgm:cxn modelId="{234B9DA3-1142-436B-B10F-F59442E5F5A5}" type="presParOf" srcId="{96C8C8A8-D838-4CB4-8846-DCEE5B50668A}" destId="{D9C8DBB4-0641-454A-8C50-09148DAE79D4}" srcOrd="1" destOrd="0" presId="urn:microsoft.com/office/officeart/2005/8/layout/bProcess4"/>
    <dgm:cxn modelId="{58756AF3-3D40-4B17-88B6-3DEFB61ACD82}" type="presParOf" srcId="{96C8C8A8-D838-4CB4-8846-DCEE5B50668A}" destId="{F20A67BE-06BC-4FC3-894C-3B622C39C70A}" srcOrd="2" destOrd="0" presId="urn:microsoft.com/office/officeart/2005/8/layout/bProcess4"/>
    <dgm:cxn modelId="{AB5E844E-4035-4C36-8247-9272E35917C5}" type="presParOf" srcId="{F20A67BE-06BC-4FC3-894C-3B622C39C70A}" destId="{7CF33C58-D755-421B-BBAB-5E589CECD245}" srcOrd="0" destOrd="0" presId="urn:microsoft.com/office/officeart/2005/8/layout/bProcess4"/>
    <dgm:cxn modelId="{5A364BE5-F97B-490C-B1B8-2ECF9990C8BC}" type="presParOf" srcId="{F20A67BE-06BC-4FC3-894C-3B622C39C70A}" destId="{407AFEE8-E5C9-4FEB-8BA0-B45A8271F39A}" srcOrd="1" destOrd="0" presId="urn:microsoft.com/office/officeart/2005/8/layout/bProcess4"/>
    <dgm:cxn modelId="{F3B98B3D-DDA1-476D-B22D-E88E9A4AEB88}" type="presParOf" srcId="{96C8C8A8-D838-4CB4-8846-DCEE5B50668A}" destId="{7C020F9F-58AA-40DD-AC54-B263A7E3EA4B}" srcOrd="3" destOrd="0" presId="urn:microsoft.com/office/officeart/2005/8/layout/bProcess4"/>
    <dgm:cxn modelId="{0FD0C225-9D3C-4B98-85D2-4581FF23E82D}" type="presParOf" srcId="{96C8C8A8-D838-4CB4-8846-DCEE5B50668A}" destId="{FAA12D29-1005-48A4-A1AF-50CC0C854F40}" srcOrd="4" destOrd="0" presId="urn:microsoft.com/office/officeart/2005/8/layout/bProcess4"/>
    <dgm:cxn modelId="{5767185E-44E6-47DE-A0A2-287224F1DF91}" type="presParOf" srcId="{FAA12D29-1005-48A4-A1AF-50CC0C854F40}" destId="{699E74CD-8561-4AA5-ABE2-17BBCE2E97A3}" srcOrd="0" destOrd="0" presId="urn:microsoft.com/office/officeart/2005/8/layout/bProcess4"/>
    <dgm:cxn modelId="{6B3A7538-4AD9-4F10-B859-0DA10DAB2583}" type="presParOf" srcId="{FAA12D29-1005-48A4-A1AF-50CC0C854F40}" destId="{35F27827-A05C-4A67-A62A-CCE48D9F7737}" srcOrd="1" destOrd="0" presId="urn:microsoft.com/office/officeart/2005/8/layout/bProcess4"/>
    <dgm:cxn modelId="{32343AE2-2DC2-44DD-B37B-DCD7DDB0066A}" type="presParOf" srcId="{96C8C8A8-D838-4CB4-8846-DCEE5B50668A}" destId="{27D2D9FA-9954-46F9-B87D-7255E0CC8B05}" srcOrd="5" destOrd="0" presId="urn:microsoft.com/office/officeart/2005/8/layout/bProcess4"/>
    <dgm:cxn modelId="{937CB98D-D29F-4278-B996-5536311CBE44}" type="presParOf" srcId="{96C8C8A8-D838-4CB4-8846-DCEE5B50668A}" destId="{6A96040A-7C03-4B47-9F0F-B7DEE04388B1}" srcOrd="6" destOrd="0" presId="urn:microsoft.com/office/officeart/2005/8/layout/bProcess4"/>
    <dgm:cxn modelId="{93A55462-1F9D-4E9B-9DFC-938DB8A404BC}" type="presParOf" srcId="{6A96040A-7C03-4B47-9F0F-B7DEE04388B1}" destId="{3D5A984D-3CEB-4D86-BDF0-1AE33A794A48}" srcOrd="0" destOrd="0" presId="urn:microsoft.com/office/officeart/2005/8/layout/bProcess4"/>
    <dgm:cxn modelId="{14CDB418-FDAF-41C5-8AE1-EC076AC697E0}" type="presParOf" srcId="{6A96040A-7C03-4B47-9F0F-B7DEE04388B1}" destId="{C38DFD15-9E31-46D8-9692-59B26AE8B5F0}" srcOrd="1" destOrd="0" presId="urn:microsoft.com/office/officeart/2005/8/layout/bProcess4"/>
    <dgm:cxn modelId="{AE1C26EF-8B57-4CFF-AC5F-28917CC176C3}" type="presParOf" srcId="{96C8C8A8-D838-4CB4-8846-DCEE5B50668A}" destId="{61F58A58-931B-4CE7-9797-EF0B071A4DB0}" srcOrd="7" destOrd="0" presId="urn:microsoft.com/office/officeart/2005/8/layout/bProcess4"/>
    <dgm:cxn modelId="{523AB48F-71E0-46AB-A4BC-502B1C16474F}" type="presParOf" srcId="{96C8C8A8-D838-4CB4-8846-DCEE5B50668A}" destId="{674156F1-1AD8-48C6-959B-65508046E975}" srcOrd="8" destOrd="0" presId="urn:microsoft.com/office/officeart/2005/8/layout/bProcess4"/>
    <dgm:cxn modelId="{15C0D658-5D8E-4BD8-9B04-F8068D6D5211}" type="presParOf" srcId="{674156F1-1AD8-48C6-959B-65508046E975}" destId="{B2E583E2-3600-4C28-9617-4BC08F774336}" srcOrd="0" destOrd="0" presId="urn:microsoft.com/office/officeart/2005/8/layout/bProcess4"/>
    <dgm:cxn modelId="{E8F67818-0692-467A-814F-BD4217D1601C}" type="presParOf" srcId="{674156F1-1AD8-48C6-959B-65508046E975}" destId="{61447C19-D0CB-41E1-89B1-A256341C3EE7}" srcOrd="1" destOrd="0" presId="urn:microsoft.com/office/officeart/2005/8/layout/bProcess4"/>
    <dgm:cxn modelId="{800FE663-8C29-49BE-84FB-47D8B1964967}" type="presParOf" srcId="{96C8C8A8-D838-4CB4-8846-DCEE5B50668A}" destId="{A273550C-485D-410E-A35E-C9DADDC4F66E}" srcOrd="9" destOrd="0" presId="urn:microsoft.com/office/officeart/2005/8/layout/bProcess4"/>
    <dgm:cxn modelId="{B7D35036-1BA6-4D92-B07C-F72CFDB937FF}" type="presParOf" srcId="{96C8C8A8-D838-4CB4-8846-DCEE5B50668A}" destId="{8CF8F1A1-3B66-4AC9-A604-9630E6DCB79B}" srcOrd="10" destOrd="0" presId="urn:microsoft.com/office/officeart/2005/8/layout/bProcess4"/>
    <dgm:cxn modelId="{432D8A58-D85C-4135-ABD1-3A87391E3E3A}" type="presParOf" srcId="{8CF8F1A1-3B66-4AC9-A604-9630E6DCB79B}" destId="{D40B582A-EEB5-4213-9B19-15E4A7213839}" srcOrd="0" destOrd="0" presId="urn:microsoft.com/office/officeart/2005/8/layout/bProcess4"/>
    <dgm:cxn modelId="{83A3EF7E-A18F-474F-8683-03E94EB9316E}" type="presParOf" srcId="{8CF8F1A1-3B66-4AC9-A604-9630E6DCB79B}" destId="{1B42C54A-90A5-4300-A533-6D1FF5EAC96F}" srcOrd="1" destOrd="0" presId="urn:microsoft.com/office/officeart/2005/8/layout/bProcess4"/>
    <dgm:cxn modelId="{47C620CA-208A-441F-9C64-E47D15B208D5}" type="presParOf" srcId="{96C8C8A8-D838-4CB4-8846-DCEE5B50668A}" destId="{829D81C4-A526-47D2-9377-4892691A13B6}" srcOrd="11" destOrd="0" presId="urn:microsoft.com/office/officeart/2005/8/layout/bProcess4"/>
    <dgm:cxn modelId="{BF1175C9-6C14-4B08-AD61-96700DB6D31F}" type="presParOf" srcId="{96C8C8A8-D838-4CB4-8846-DCEE5B50668A}" destId="{20A9A092-96CD-4D08-9C20-25F0ED641AF5}" srcOrd="12" destOrd="0" presId="urn:microsoft.com/office/officeart/2005/8/layout/bProcess4"/>
    <dgm:cxn modelId="{F5167ACD-4AC6-4192-B4A5-86C285B377E0}" type="presParOf" srcId="{20A9A092-96CD-4D08-9C20-25F0ED641AF5}" destId="{32A934D9-A1F4-4F75-B0A3-B4CF21A623A0}" srcOrd="0" destOrd="0" presId="urn:microsoft.com/office/officeart/2005/8/layout/bProcess4"/>
    <dgm:cxn modelId="{E5866BCE-B287-43D5-BB28-9FF772F77107}" type="presParOf" srcId="{20A9A092-96CD-4D08-9C20-25F0ED641AF5}" destId="{F0A9BD00-4E2D-4E34-A8FB-C78DE9EBE2BE}" srcOrd="1" destOrd="0" presId="urn:microsoft.com/office/officeart/2005/8/layout/bProcess4"/>
    <dgm:cxn modelId="{F5A20A5B-AF5E-45F7-B75A-0A0AA55CD10F}" type="presParOf" srcId="{96C8C8A8-D838-4CB4-8846-DCEE5B50668A}" destId="{51803E34-8B2D-47C8-A138-7024F265713F}" srcOrd="13" destOrd="0" presId="urn:microsoft.com/office/officeart/2005/8/layout/bProcess4"/>
    <dgm:cxn modelId="{93316E59-D528-4E2D-95B9-0B6683C74814}" type="presParOf" srcId="{96C8C8A8-D838-4CB4-8846-DCEE5B50668A}" destId="{0A3CE5E0-16F0-47E6-959D-1836028BBA33}" srcOrd="14" destOrd="0" presId="urn:microsoft.com/office/officeart/2005/8/layout/bProcess4"/>
    <dgm:cxn modelId="{A8923B02-9AA4-4887-B218-30F851E865BB}" type="presParOf" srcId="{0A3CE5E0-16F0-47E6-959D-1836028BBA33}" destId="{B40B7297-CE50-47C0-85EB-FFC4366F77C7}" srcOrd="0" destOrd="0" presId="urn:microsoft.com/office/officeart/2005/8/layout/bProcess4"/>
    <dgm:cxn modelId="{F37BBEEF-3E15-462D-B912-79B949720BBC}" type="presParOf" srcId="{0A3CE5E0-16F0-47E6-959D-1836028BBA33}" destId="{C57EFF8B-8064-442B-9E27-453E055FBDF2}" srcOrd="1" destOrd="0" presId="urn:microsoft.com/office/officeart/2005/8/layout/bProcess4"/>
    <dgm:cxn modelId="{A3A4E687-BFEF-4920-B412-1B9BFF63C75E}" type="presParOf" srcId="{96C8C8A8-D838-4CB4-8846-DCEE5B50668A}" destId="{14600D6F-2822-4FEE-8FA2-CBB23019C4B0}" srcOrd="15" destOrd="0" presId="urn:microsoft.com/office/officeart/2005/8/layout/bProcess4"/>
    <dgm:cxn modelId="{E7C076CB-BAD0-4FCF-8134-77102A6D1AF2}" type="presParOf" srcId="{96C8C8A8-D838-4CB4-8846-DCEE5B50668A}" destId="{F00E09FE-5EE6-47A7-8205-FB3AA4F834D2}" srcOrd="16" destOrd="0" presId="urn:microsoft.com/office/officeart/2005/8/layout/bProcess4"/>
    <dgm:cxn modelId="{325482C9-1167-4D7D-AAA7-15B1690F6CA7}" type="presParOf" srcId="{F00E09FE-5EE6-47A7-8205-FB3AA4F834D2}" destId="{419D9DF7-7FFE-4A39-B840-CD2C0B3E8241}" srcOrd="0" destOrd="0" presId="urn:microsoft.com/office/officeart/2005/8/layout/bProcess4"/>
    <dgm:cxn modelId="{5EACC293-9D11-4E1A-97CE-2F7081CF41DF}" type="presParOf" srcId="{F00E09FE-5EE6-47A7-8205-FB3AA4F834D2}" destId="{E602007D-0001-4844-9597-758888359EDC}" srcOrd="1" destOrd="0" presId="urn:microsoft.com/office/officeart/2005/8/layout/bProcess4"/>
    <dgm:cxn modelId="{041471B8-7DFA-4908-8A83-8E3F5EFCF06F}" type="presParOf" srcId="{96C8C8A8-D838-4CB4-8846-DCEE5B50668A}" destId="{3D446236-ADED-42BF-AFC4-6BAFEE427F35}" srcOrd="17" destOrd="0" presId="urn:microsoft.com/office/officeart/2005/8/layout/bProcess4"/>
    <dgm:cxn modelId="{776A3B5E-58A0-4514-AF65-79D34F7E0BC2}" type="presParOf" srcId="{96C8C8A8-D838-4CB4-8846-DCEE5B50668A}" destId="{399DA155-98E8-418F-B082-64329EA33E60}" srcOrd="18" destOrd="0" presId="urn:microsoft.com/office/officeart/2005/8/layout/bProcess4"/>
    <dgm:cxn modelId="{8D409833-0F1B-4C7F-8765-86F86DCEF12F}" type="presParOf" srcId="{399DA155-98E8-418F-B082-64329EA33E60}" destId="{F72E53C1-5593-4D0D-B9B7-268F1002DFBD}" srcOrd="0" destOrd="0" presId="urn:microsoft.com/office/officeart/2005/8/layout/bProcess4"/>
    <dgm:cxn modelId="{9D8CEF37-F210-460E-A862-AB613C0C7B31}" type="presParOf" srcId="{399DA155-98E8-418F-B082-64329EA33E60}" destId="{B79AB46D-C48C-4AD9-A0B3-B84896B46F64}" srcOrd="1" destOrd="0" presId="urn:microsoft.com/office/officeart/2005/8/layout/bProcess4"/>
    <dgm:cxn modelId="{CF912756-54FF-407D-B63C-A050719FE80C}" type="presParOf" srcId="{96C8C8A8-D838-4CB4-8846-DCEE5B50668A}" destId="{C5F710E3-52BF-417A-A052-E4B320AC96B8}" srcOrd="19" destOrd="0" presId="urn:microsoft.com/office/officeart/2005/8/layout/bProcess4"/>
    <dgm:cxn modelId="{F3B67AFA-1B60-4502-8C7C-409489A6C361}" type="presParOf" srcId="{96C8C8A8-D838-4CB4-8846-DCEE5B50668A}" destId="{C186E708-DB37-4BBF-874C-DA87B069CEBD}" srcOrd="20" destOrd="0" presId="urn:microsoft.com/office/officeart/2005/8/layout/bProcess4"/>
    <dgm:cxn modelId="{A02F81ED-3893-4E7C-B6EF-93A36ADFCC17}" type="presParOf" srcId="{C186E708-DB37-4BBF-874C-DA87B069CEBD}" destId="{C19B71E7-214F-4032-B6EE-58F8633153D8}" srcOrd="0" destOrd="0" presId="urn:microsoft.com/office/officeart/2005/8/layout/bProcess4"/>
    <dgm:cxn modelId="{5A17B7D6-D451-411F-92BE-C4816724A715}" type="presParOf" srcId="{C186E708-DB37-4BBF-874C-DA87B069CEBD}" destId="{D7033591-3E58-473E-B454-894E43E6DE51}" srcOrd="1" destOrd="0" presId="urn:microsoft.com/office/officeart/2005/8/layout/bProcess4"/>
    <dgm:cxn modelId="{DC5701B6-CDFC-4AAB-852A-8B1D52CC9EB5}" type="presParOf" srcId="{96C8C8A8-D838-4CB4-8846-DCEE5B50668A}" destId="{A2DCAD87-4EA4-4917-9847-535A45175911}" srcOrd="21" destOrd="0" presId="urn:microsoft.com/office/officeart/2005/8/layout/bProcess4"/>
    <dgm:cxn modelId="{F8AEBBC9-F5E1-49C4-B122-AED40C3CEFEE}" type="presParOf" srcId="{96C8C8A8-D838-4CB4-8846-DCEE5B50668A}" destId="{6BC522F2-338E-4CFF-B477-36BB282D90BC}" srcOrd="22" destOrd="0" presId="urn:microsoft.com/office/officeart/2005/8/layout/bProcess4"/>
    <dgm:cxn modelId="{C8A42F63-8328-463A-89F4-015799433EC5}" type="presParOf" srcId="{6BC522F2-338E-4CFF-B477-36BB282D90BC}" destId="{C334FCFD-9EB7-48EB-A524-F4D562B58828}" srcOrd="0" destOrd="0" presId="urn:microsoft.com/office/officeart/2005/8/layout/bProcess4"/>
    <dgm:cxn modelId="{A78A207D-AFD9-4A14-9172-190EDBD6C767}" type="presParOf" srcId="{6BC522F2-338E-4CFF-B477-36BB282D90BC}" destId="{4F9528B2-48A9-4581-BC5E-51346AC0C94D}"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B392BC-F275-4985-A2BD-A28EEDFD1BAB}" type="doc">
      <dgm:prSet loTypeId="urn:microsoft.com/office/officeart/2008/layout/BendingPictureCaptionList" loCatId="picture" qsTypeId="urn:microsoft.com/office/officeart/2005/8/quickstyle/simple1" qsCatId="simple" csTypeId="urn:microsoft.com/office/officeart/2005/8/colors/accent1_2" csCatId="accent1" phldr="1"/>
      <dgm:spPr/>
      <dgm:t>
        <a:bodyPr/>
        <a:lstStyle/>
        <a:p>
          <a:endParaRPr lang="en-US"/>
        </a:p>
      </dgm:t>
    </dgm:pt>
    <dgm:pt modelId="{6FC3A6CC-1F85-4970-B602-59988103FFC2}">
      <dgm:prSet phldrT="[Text]"/>
      <dgm:spPr/>
      <dgm:t>
        <a:bodyPr/>
        <a:lstStyle/>
        <a:p>
          <a:r>
            <a:rPr lang="en-US" b="1" baseline="0" dirty="0">
              <a:solidFill>
                <a:schemeClr val="bg1"/>
              </a:solidFill>
              <a:latin typeface="Arial" panose="020B0604020202020204" pitchFamily="34" charset="0"/>
              <a:cs typeface="Arial" panose="020B0604020202020204" pitchFamily="34" charset="0"/>
              <a:sym typeface="Montserrat"/>
              <a:rtl val="0"/>
            </a:rPr>
            <a:t>Community Participation</a:t>
          </a:r>
          <a:endParaRPr lang="en-US" dirty="0">
            <a:solidFill>
              <a:schemeClr val="bg1"/>
            </a:solidFill>
          </a:endParaRPr>
        </a:p>
      </dgm:t>
    </dgm:pt>
    <dgm:pt modelId="{2500DDC8-A07B-4CF9-8FE3-84EF31EDA858}" type="parTrans" cxnId="{556A7F87-7FA9-4507-9C07-7C6C3A53845C}">
      <dgm:prSet/>
      <dgm:spPr/>
      <dgm:t>
        <a:bodyPr/>
        <a:lstStyle/>
        <a:p>
          <a:endParaRPr lang="en-US"/>
        </a:p>
      </dgm:t>
    </dgm:pt>
    <dgm:pt modelId="{808DECEB-E68F-40EE-A3DF-A0A639255ED7}" type="sibTrans" cxnId="{556A7F87-7FA9-4507-9C07-7C6C3A53845C}">
      <dgm:prSet/>
      <dgm:spPr/>
      <dgm:t>
        <a:bodyPr/>
        <a:lstStyle/>
        <a:p>
          <a:endParaRPr lang="en-US"/>
        </a:p>
      </dgm:t>
    </dgm:pt>
    <dgm:pt modelId="{82AAEE1D-338F-401F-9434-C00037F439BA}">
      <dgm:prSet phldrT="[Text]"/>
      <dgm:spPr/>
      <dgm:t>
        <a:bodyPr/>
        <a:lstStyle/>
        <a:p>
          <a:r>
            <a:rPr lang="en-US" b="1" dirty="0">
              <a:solidFill>
                <a:schemeClr val="bg1"/>
              </a:solidFill>
              <a:latin typeface="Arial" panose="020B0604020202020204" pitchFamily="34" charset="0"/>
              <a:cs typeface="Arial" panose="020B0604020202020204" pitchFamily="34" charset="0"/>
            </a:rPr>
            <a:t>Operational efficiency improvements</a:t>
          </a:r>
          <a:endParaRPr lang="en-US" b="1" dirty="0">
            <a:solidFill>
              <a:schemeClr val="bg1"/>
            </a:solidFill>
          </a:endParaRPr>
        </a:p>
      </dgm:t>
    </dgm:pt>
    <dgm:pt modelId="{E1012B1E-0718-4BDD-BB8C-E41269C58443}" type="parTrans" cxnId="{0E3BECE2-D0B4-494E-A241-1587FE7CC197}">
      <dgm:prSet/>
      <dgm:spPr/>
      <dgm:t>
        <a:bodyPr/>
        <a:lstStyle/>
        <a:p>
          <a:endParaRPr lang="en-US"/>
        </a:p>
      </dgm:t>
    </dgm:pt>
    <dgm:pt modelId="{5406A595-88E7-483F-902B-271D9562AB5D}" type="sibTrans" cxnId="{0E3BECE2-D0B4-494E-A241-1587FE7CC197}">
      <dgm:prSet/>
      <dgm:spPr/>
      <dgm:t>
        <a:bodyPr/>
        <a:lstStyle/>
        <a:p>
          <a:endParaRPr lang="en-US"/>
        </a:p>
      </dgm:t>
    </dgm:pt>
    <dgm:pt modelId="{27A2775D-8ABF-4389-96FE-C3A071846D62}">
      <dgm:prSet phldrT="[Text]"/>
      <dgm:spPr/>
      <dgm:t>
        <a:bodyPr/>
        <a:lstStyle/>
        <a:p>
          <a:r>
            <a:rPr lang="en-US" b="1" dirty="0">
              <a:solidFill>
                <a:schemeClr val="bg1"/>
              </a:solidFill>
              <a:latin typeface="Arial" panose="020B0604020202020204" pitchFamily="34" charset="0"/>
              <a:cs typeface="Arial" panose="020B0604020202020204" pitchFamily="34" charset="0"/>
            </a:rPr>
            <a:t>Digital systems implementation </a:t>
          </a:r>
        </a:p>
        <a:p>
          <a:r>
            <a:rPr lang="en-US" b="1" dirty="0">
              <a:solidFill>
                <a:schemeClr val="bg1"/>
              </a:solidFill>
              <a:latin typeface="Arial" panose="020B0604020202020204" pitchFamily="34" charset="0"/>
              <a:cs typeface="Arial" panose="020B0604020202020204" pitchFamily="34" charset="0"/>
            </a:rPr>
            <a:t>across departments</a:t>
          </a:r>
          <a:endParaRPr lang="en-US" dirty="0">
            <a:solidFill>
              <a:schemeClr val="bg1"/>
            </a:solidFill>
          </a:endParaRPr>
        </a:p>
      </dgm:t>
    </dgm:pt>
    <dgm:pt modelId="{BA740E42-23E1-489F-83B7-5E8D81C4DFD3}" type="parTrans" cxnId="{A3B474FD-F6FF-4152-AD59-369008093150}">
      <dgm:prSet/>
      <dgm:spPr/>
      <dgm:t>
        <a:bodyPr/>
        <a:lstStyle/>
        <a:p>
          <a:endParaRPr lang="en-US"/>
        </a:p>
      </dgm:t>
    </dgm:pt>
    <dgm:pt modelId="{72540E01-9ED7-4872-879A-26D07252C8B8}" type="sibTrans" cxnId="{A3B474FD-F6FF-4152-AD59-369008093150}">
      <dgm:prSet/>
      <dgm:spPr/>
      <dgm:t>
        <a:bodyPr/>
        <a:lstStyle/>
        <a:p>
          <a:endParaRPr lang="en-US"/>
        </a:p>
      </dgm:t>
    </dgm:pt>
    <dgm:pt modelId="{64CD502D-FD77-4639-A5A3-940FBB44CEEC}">
      <dgm:prSet/>
      <dgm:spPr/>
      <dgm:t>
        <a:bodyPr/>
        <a:lstStyle/>
        <a:p>
          <a:r>
            <a:rPr lang="en-US" b="1" dirty="0">
              <a:solidFill>
                <a:schemeClr val="bg1"/>
              </a:solidFill>
              <a:latin typeface="Arial" panose="020B0604020202020204" pitchFamily="34" charset="0"/>
              <a:cs typeface="Arial" panose="020B0604020202020204" pitchFamily="34" charset="0"/>
            </a:rPr>
            <a:t>Cross-cultural professional growth </a:t>
          </a:r>
          <a:endParaRPr lang="en-US" dirty="0">
            <a:solidFill>
              <a:schemeClr val="bg1"/>
            </a:solidFill>
          </a:endParaRPr>
        </a:p>
      </dgm:t>
    </dgm:pt>
    <dgm:pt modelId="{E78145D3-E6E4-42C3-84C6-6A81B787AC47}" type="parTrans" cxnId="{994E2821-87B2-4763-A4A3-A88CD6E20D25}">
      <dgm:prSet/>
      <dgm:spPr/>
      <dgm:t>
        <a:bodyPr/>
        <a:lstStyle/>
        <a:p>
          <a:endParaRPr lang="en-US"/>
        </a:p>
      </dgm:t>
    </dgm:pt>
    <dgm:pt modelId="{BD823AF5-E04C-4987-8185-4120252BB8DD}" type="sibTrans" cxnId="{994E2821-87B2-4763-A4A3-A88CD6E20D25}">
      <dgm:prSet/>
      <dgm:spPr/>
      <dgm:t>
        <a:bodyPr/>
        <a:lstStyle/>
        <a:p>
          <a:endParaRPr lang="en-US"/>
        </a:p>
      </dgm:t>
    </dgm:pt>
    <dgm:pt modelId="{796A95A8-BE1B-4AED-A949-57F305B550DD}">
      <dgm:prSet/>
      <dgm:spPr/>
      <dgm:t>
        <a:bodyPr/>
        <a:lstStyle/>
        <a:p>
          <a:r>
            <a:rPr lang="en-US" b="1" dirty="0">
              <a:solidFill>
                <a:schemeClr val="bg1"/>
              </a:solidFill>
              <a:latin typeface="Arial" panose="020B0604020202020204" pitchFamily="34" charset="0"/>
              <a:cs typeface="Arial" panose="020B0604020202020204" pitchFamily="34" charset="0"/>
            </a:rPr>
            <a:t>M&amp;E Field Support in refugee camps</a:t>
          </a:r>
        </a:p>
      </dgm:t>
    </dgm:pt>
    <dgm:pt modelId="{DDD4C039-2B6B-4B48-9997-C7600976767A}" type="parTrans" cxnId="{34F929A3-2D80-45F9-AE0B-4CD5B1D57B65}">
      <dgm:prSet/>
      <dgm:spPr/>
      <dgm:t>
        <a:bodyPr/>
        <a:lstStyle/>
        <a:p>
          <a:endParaRPr lang="en-US"/>
        </a:p>
      </dgm:t>
    </dgm:pt>
    <dgm:pt modelId="{B869AFF1-4C13-472D-BD8F-50DD815FD9E0}" type="sibTrans" cxnId="{34F929A3-2D80-45F9-AE0B-4CD5B1D57B65}">
      <dgm:prSet/>
      <dgm:spPr/>
      <dgm:t>
        <a:bodyPr/>
        <a:lstStyle/>
        <a:p>
          <a:endParaRPr lang="en-US"/>
        </a:p>
      </dgm:t>
    </dgm:pt>
    <dgm:pt modelId="{A5CBD902-3FE3-402E-980C-D60CF31F9F79}" type="pres">
      <dgm:prSet presAssocID="{F8B392BC-F275-4985-A2BD-A28EEDFD1BAB}" presName="Name0" presStyleCnt="0">
        <dgm:presLayoutVars>
          <dgm:dir/>
          <dgm:resizeHandles val="exact"/>
        </dgm:presLayoutVars>
      </dgm:prSet>
      <dgm:spPr/>
    </dgm:pt>
    <dgm:pt modelId="{DAA6DD48-6430-4148-8F2F-55B04F978F9F}" type="pres">
      <dgm:prSet presAssocID="{6FC3A6CC-1F85-4970-B602-59988103FFC2}" presName="composite" presStyleCnt="0"/>
      <dgm:spPr/>
    </dgm:pt>
    <dgm:pt modelId="{14093AE8-2D25-4568-89DD-65E59BD9D521}" type="pres">
      <dgm:prSet presAssocID="{6FC3A6CC-1F85-4970-B602-59988103FFC2}" presName="rect1" presStyleLbl="bgImgPlace1" presStyleIdx="0" presStyleCnt="5"/>
      <dgm:spPr>
        <a:blipFill>
          <a:blip xmlns:r="http://schemas.openxmlformats.org/officeDocument/2006/relationships" r:embed="rId1"/>
          <a:srcRect/>
          <a:stretch>
            <a:fillRect t="-33000" b="-33000"/>
          </a:stretch>
        </a:blipFill>
      </dgm:spPr>
    </dgm:pt>
    <dgm:pt modelId="{D1F95D57-A205-4A1C-94A2-E4239AB0D875}" type="pres">
      <dgm:prSet presAssocID="{6FC3A6CC-1F85-4970-B602-59988103FFC2}" presName="wedgeRectCallout1" presStyleLbl="node1" presStyleIdx="0" presStyleCnt="5">
        <dgm:presLayoutVars>
          <dgm:bulletEnabled val="1"/>
        </dgm:presLayoutVars>
      </dgm:prSet>
      <dgm:spPr/>
    </dgm:pt>
    <dgm:pt modelId="{F8ED4A67-6DAA-44E9-8F12-FD68A869DDDB}" type="pres">
      <dgm:prSet presAssocID="{808DECEB-E68F-40EE-A3DF-A0A639255ED7}" presName="sibTrans" presStyleCnt="0"/>
      <dgm:spPr/>
    </dgm:pt>
    <dgm:pt modelId="{1A679F2E-632C-4378-8F33-F4067F48B816}" type="pres">
      <dgm:prSet presAssocID="{82AAEE1D-338F-401F-9434-C00037F439BA}" presName="composite" presStyleCnt="0"/>
      <dgm:spPr/>
    </dgm:pt>
    <dgm:pt modelId="{C52DF5F6-7A73-4C2A-A8CF-C69F85363FD6}" type="pres">
      <dgm:prSet presAssocID="{82AAEE1D-338F-401F-9434-C00037F439BA}" presName="rect1" presStyleLbl="bgImgPlace1" presStyleIdx="1" presStyleCnt="5"/>
      <dgm:spPr>
        <a:blipFill>
          <a:blip xmlns:r="http://schemas.openxmlformats.org/officeDocument/2006/relationships" r:embed="rId2"/>
          <a:srcRect/>
          <a:stretch>
            <a:fillRect l="-3000" r="-3000"/>
          </a:stretch>
        </a:blipFill>
      </dgm:spPr>
    </dgm:pt>
    <dgm:pt modelId="{E0019066-E84C-4898-A53E-7BA004E450AB}" type="pres">
      <dgm:prSet presAssocID="{82AAEE1D-338F-401F-9434-C00037F439BA}" presName="wedgeRectCallout1" presStyleLbl="node1" presStyleIdx="1" presStyleCnt="5">
        <dgm:presLayoutVars>
          <dgm:bulletEnabled val="1"/>
        </dgm:presLayoutVars>
      </dgm:prSet>
      <dgm:spPr/>
    </dgm:pt>
    <dgm:pt modelId="{E459F0C1-AA66-481B-8FDE-D061E3219CEE}" type="pres">
      <dgm:prSet presAssocID="{5406A595-88E7-483F-902B-271D9562AB5D}" presName="sibTrans" presStyleCnt="0"/>
      <dgm:spPr/>
    </dgm:pt>
    <dgm:pt modelId="{205627FE-6DDC-4050-8037-39F61298DBB5}" type="pres">
      <dgm:prSet presAssocID="{27A2775D-8ABF-4389-96FE-C3A071846D62}" presName="composite" presStyleCnt="0"/>
      <dgm:spPr/>
    </dgm:pt>
    <dgm:pt modelId="{9AB4B3A0-2FD2-410A-BDF6-F77B19965767}" type="pres">
      <dgm:prSet presAssocID="{27A2775D-8ABF-4389-96FE-C3A071846D62}" presName="rect1" presStyleLbl="bgImgPlace1" presStyleIdx="2" presStyleCnt="5"/>
      <dgm:spPr>
        <a:blipFill>
          <a:blip xmlns:r="http://schemas.openxmlformats.org/officeDocument/2006/relationships" r:embed="rId3"/>
          <a:srcRect/>
          <a:stretch>
            <a:fillRect l="-10000" r="-10000"/>
          </a:stretch>
        </a:blipFill>
      </dgm:spPr>
    </dgm:pt>
    <dgm:pt modelId="{D19A6E53-868D-4A2D-9643-CA92C9A63A3A}" type="pres">
      <dgm:prSet presAssocID="{27A2775D-8ABF-4389-96FE-C3A071846D62}" presName="wedgeRectCallout1" presStyleLbl="node1" presStyleIdx="2" presStyleCnt="5">
        <dgm:presLayoutVars>
          <dgm:bulletEnabled val="1"/>
        </dgm:presLayoutVars>
      </dgm:prSet>
      <dgm:spPr/>
    </dgm:pt>
    <dgm:pt modelId="{D0B16635-2737-4645-AC96-1BBF3C6E390D}" type="pres">
      <dgm:prSet presAssocID="{72540E01-9ED7-4872-879A-26D07252C8B8}" presName="sibTrans" presStyleCnt="0"/>
      <dgm:spPr/>
    </dgm:pt>
    <dgm:pt modelId="{9ED1218D-7F73-4E71-91D7-8209DB19B942}" type="pres">
      <dgm:prSet presAssocID="{64CD502D-FD77-4639-A5A3-940FBB44CEEC}" presName="composite" presStyleCnt="0"/>
      <dgm:spPr/>
    </dgm:pt>
    <dgm:pt modelId="{883DB625-A8C6-4474-B37C-C632B7F4F61B}" type="pres">
      <dgm:prSet presAssocID="{64CD502D-FD77-4639-A5A3-940FBB44CEEC}" presName="rect1" presStyleLbl="bgImgPlace1" presStyleIdx="3" presStyleCnt="5" custLinFactNeighborY="-7107"/>
      <dgm:spPr>
        <a:blipFill>
          <a:blip xmlns:r="http://schemas.openxmlformats.org/officeDocument/2006/relationships" r:embed="rId4"/>
          <a:srcRect/>
          <a:stretch>
            <a:fillRect l="-3000" r="-3000"/>
          </a:stretch>
        </a:blipFill>
      </dgm:spPr>
    </dgm:pt>
    <dgm:pt modelId="{41A2FCC0-C1C5-47E3-9F82-DC171964E69C}" type="pres">
      <dgm:prSet presAssocID="{64CD502D-FD77-4639-A5A3-940FBB44CEEC}" presName="wedgeRectCallout1" presStyleLbl="node1" presStyleIdx="3" presStyleCnt="5" custLinFactNeighborY="-31088">
        <dgm:presLayoutVars>
          <dgm:bulletEnabled val="1"/>
        </dgm:presLayoutVars>
      </dgm:prSet>
      <dgm:spPr/>
    </dgm:pt>
    <dgm:pt modelId="{C68E8AA4-E7B1-43F8-A805-B5F45E0B16D6}" type="pres">
      <dgm:prSet presAssocID="{BD823AF5-E04C-4987-8185-4120252BB8DD}" presName="sibTrans" presStyleCnt="0"/>
      <dgm:spPr/>
    </dgm:pt>
    <dgm:pt modelId="{ECB19951-8D08-4041-A6F2-978224F5180D}" type="pres">
      <dgm:prSet presAssocID="{796A95A8-BE1B-4AED-A949-57F305B550DD}" presName="composite" presStyleCnt="0"/>
      <dgm:spPr/>
    </dgm:pt>
    <dgm:pt modelId="{BD2043E1-46D7-409E-AA16-C48797E1A36B}" type="pres">
      <dgm:prSet presAssocID="{796A95A8-BE1B-4AED-A949-57F305B550DD}" presName="rect1" presStyleLbl="bgImgPlace1" presStyleIdx="4" presStyleCnt="5" custLinFactNeighborY="-5434"/>
      <dgm:spPr>
        <a:blipFill>
          <a:blip xmlns:r="http://schemas.openxmlformats.org/officeDocument/2006/relationships" r:embed="rId5"/>
          <a:srcRect/>
          <a:stretch>
            <a:fillRect l="-3000" r="-3000"/>
          </a:stretch>
        </a:blipFill>
      </dgm:spPr>
    </dgm:pt>
    <dgm:pt modelId="{2DE83AD4-1FE4-42A7-A470-82D2DA45A87A}" type="pres">
      <dgm:prSet presAssocID="{796A95A8-BE1B-4AED-A949-57F305B550DD}" presName="wedgeRectCallout1" presStyleLbl="node1" presStyleIdx="4" presStyleCnt="5" custLinFactNeighborY="-28703">
        <dgm:presLayoutVars>
          <dgm:bulletEnabled val="1"/>
        </dgm:presLayoutVars>
      </dgm:prSet>
      <dgm:spPr/>
    </dgm:pt>
  </dgm:ptLst>
  <dgm:cxnLst>
    <dgm:cxn modelId="{3AFBA411-C440-4670-9BD5-8741ABAF87C2}" type="presOf" srcId="{796A95A8-BE1B-4AED-A949-57F305B550DD}" destId="{2DE83AD4-1FE4-42A7-A470-82D2DA45A87A}" srcOrd="0" destOrd="0" presId="urn:microsoft.com/office/officeart/2008/layout/BendingPictureCaptionList"/>
    <dgm:cxn modelId="{994E2821-87B2-4763-A4A3-A88CD6E20D25}" srcId="{F8B392BC-F275-4985-A2BD-A28EEDFD1BAB}" destId="{64CD502D-FD77-4639-A5A3-940FBB44CEEC}" srcOrd="3" destOrd="0" parTransId="{E78145D3-E6E4-42C3-84C6-6A81B787AC47}" sibTransId="{BD823AF5-E04C-4987-8185-4120252BB8DD}"/>
    <dgm:cxn modelId="{66EC4C44-C192-488C-8312-FE1FEE66BF67}" type="presOf" srcId="{82AAEE1D-338F-401F-9434-C00037F439BA}" destId="{E0019066-E84C-4898-A53E-7BA004E450AB}" srcOrd="0" destOrd="0" presId="urn:microsoft.com/office/officeart/2008/layout/BendingPictureCaptionList"/>
    <dgm:cxn modelId="{FB4DB971-C3AA-4FCB-B793-F6BF97F7F99E}" type="presOf" srcId="{27A2775D-8ABF-4389-96FE-C3A071846D62}" destId="{D19A6E53-868D-4A2D-9643-CA92C9A63A3A}" srcOrd="0" destOrd="0" presId="urn:microsoft.com/office/officeart/2008/layout/BendingPictureCaptionList"/>
    <dgm:cxn modelId="{556A7F87-7FA9-4507-9C07-7C6C3A53845C}" srcId="{F8B392BC-F275-4985-A2BD-A28EEDFD1BAB}" destId="{6FC3A6CC-1F85-4970-B602-59988103FFC2}" srcOrd="0" destOrd="0" parTransId="{2500DDC8-A07B-4CF9-8FE3-84EF31EDA858}" sibTransId="{808DECEB-E68F-40EE-A3DF-A0A639255ED7}"/>
    <dgm:cxn modelId="{AC23AC9E-E512-4735-91E8-E5F983E19A41}" type="presOf" srcId="{6FC3A6CC-1F85-4970-B602-59988103FFC2}" destId="{D1F95D57-A205-4A1C-94A2-E4239AB0D875}" srcOrd="0" destOrd="0" presId="urn:microsoft.com/office/officeart/2008/layout/BendingPictureCaptionList"/>
    <dgm:cxn modelId="{34F929A3-2D80-45F9-AE0B-4CD5B1D57B65}" srcId="{F8B392BC-F275-4985-A2BD-A28EEDFD1BAB}" destId="{796A95A8-BE1B-4AED-A949-57F305B550DD}" srcOrd="4" destOrd="0" parTransId="{DDD4C039-2B6B-4B48-9997-C7600976767A}" sibTransId="{B869AFF1-4C13-472D-BD8F-50DD815FD9E0}"/>
    <dgm:cxn modelId="{74C549CA-E7C2-4E8B-A01F-18FDA7AC7240}" type="presOf" srcId="{64CD502D-FD77-4639-A5A3-940FBB44CEEC}" destId="{41A2FCC0-C1C5-47E3-9F82-DC171964E69C}" srcOrd="0" destOrd="0" presId="urn:microsoft.com/office/officeart/2008/layout/BendingPictureCaptionList"/>
    <dgm:cxn modelId="{0E3BECE2-D0B4-494E-A241-1587FE7CC197}" srcId="{F8B392BC-F275-4985-A2BD-A28EEDFD1BAB}" destId="{82AAEE1D-338F-401F-9434-C00037F439BA}" srcOrd="1" destOrd="0" parTransId="{E1012B1E-0718-4BDD-BB8C-E41269C58443}" sibTransId="{5406A595-88E7-483F-902B-271D9562AB5D}"/>
    <dgm:cxn modelId="{A3B474FD-F6FF-4152-AD59-369008093150}" srcId="{F8B392BC-F275-4985-A2BD-A28EEDFD1BAB}" destId="{27A2775D-8ABF-4389-96FE-C3A071846D62}" srcOrd="2" destOrd="0" parTransId="{BA740E42-23E1-489F-83B7-5E8D81C4DFD3}" sibTransId="{72540E01-9ED7-4872-879A-26D07252C8B8}"/>
    <dgm:cxn modelId="{B4CAA7FD-FD0E-4AFF-A595-D11E8BB55E13}" type="presOf" srcId="{F8B392BC-F275-4985-A2BD-A28EEDFD1BAB}" destId="{A5CBD902-3FE3-402E-980C-D60CF31F9F79}" srcOrd="0" destOrd="0" presId="urn:microsoft.com/office/officeart/2008/layout/BendingPictureCaptionList"/>
    <dgm:cxn modelId="{21724C24-6FE9-43FF-BB58-F25317B9910D}" type="presParOf" srcId="{A5CBD902-3FE3-402E-980C-D60CF31F9F79}" destId="{DAA6DD48-6430-4148-8F2F-55B04F978F9F}" srcOrd="0" destOrd="0" presId="urn:microsoft.com/office/officeart/2008/layout/BendingPictureCaptionList"/>
    <dgm:cxn modelId="{D2B21530-74F6-435D-A6F2-45B64BAE4860}" type="presParOf" srcId="{DAA6DD48-6430-4148-8F2F-55B04F978F9F}" destId="{14093AE8-2D25-4568-89DD-65E59BD9D521}" srcOrd="0" destOrd="0" presId="urn:microsoft.com/office/officeart/2008/layout/BendingPictureCaptionList"/>
    <dgm:cxn modelId="{7DEDF5DE-36A2-4C74-A55F-8C71168F8F52}" type="presParOf" srcId="{DAA6DD48-6430-4148-8F2F-55B04F978F9F}" destId="{D1F95D57-A205-4A1C-94A2-E4239AB0D875}" srcOrd="1" destOrd="0" presId="urn:microsoft.com/office/officeart/2008/layout/BendingPictureCaptionList"/>
    <dgm:cxn modelId="{844F3C40-B9BB-417F-A81A-6D109C89F198}" type="presParOf" srcId="{A5CBD902-3FE3-402E-980C-D60CF31F9F79}" destId="{F8ED4A67-6DAA-44E9-8F12-FD68A869DDDB}" srcOrd="1" destOrd="0" presId="urn:microsoft.com/office/officeart/2008/layout/BendingPictureCaptionList"/>
    <dgm:cxn modelId="{FEF0D09E-71D8-48EB-8203-9A52A257FA12}" type="presParOf" srcId="{A5CBD902-3FE3-402E-980C-D60CF31F9F79}" destId="{1A679F2E-632C-4378-8F33-F4067F48B816}" srcOrd="2" destOrd="0" presId="urn:microsoft.com/office/officeart/2008/layout/BendingPictureCaptionList"/>
    <dgm:cxn modelId="{6EF0B996-53CE-4C15-8CA0-DCA1D88D9066}" type="presParOf" srcId="{1A679F2E-632C-4378-8F33-F4067F48B816}" destId="{C52DF5F6-7A73-4C2A-A8CF-C69F85363FD6}" srcOrd="0" destOrd="0" presId="urn:microsoft.com/office/officeart/2008/layout/BendingPictureCaptionList"/>
    <dgm:cxn modelId="{FEE4727D-2437-4F69-8B94-BD363F32F4E4}" type="presParOf" srcId="{1A679F2E-632C-4378-8F33-F4067F48B816}" destId="{E0019066-E84C-4898-A53E-7BA004E450AB}" srcOrd="1" destOrd="0" presId="urn:microsoft.com/office/officeart/2008/layout/BendingPictureCaptionList"/>
    <dgm:cxn modelId="{2F353298-8AC4-4375-8F95-940953F9FD84}" type="presParOf" srcId="{A5CBD902-3FE3-402E-980C-D60CF31F9F79}" destId="{E459F0C1-AA66-481B-8FDE-D061E3219CEE}" srcOrd="3" destOrd="0" presId="urn:microsoft.com/office/officeart/2008/layout/BendingPictureCaptionList"/>
    <dgm:cxn modelId="{2CBB8883-474A-45FA-83E6-C674D2E56407}" type="presParOf" srcId="{A5CBD902-3FE3-402E-980C-D60CF31F9F79}" destId="{205627FE-6DDC-4050-8037-39F61298DBB5}" srcOrd="4" destOrd="0" presId="urn:microsoft.com/office/officeart/2008/layout/BendingPictureCaptionList"/>
    <dgm:cxn modelId="{8DB6E4B1-04EE-4A7C-8938-D286DD7DD19B}" type="presParOf" srcId="{205627FE-6DDC-4050-8037-39F61298DBB5}" destId="{9AB4B3A0-2FD2-410A-BDF6-F77B19965767}" srcOrd="0" destOrd="0" presId="urn:microsoft.com/office/officeart/2008/layout/BendingPictureCaptionList"/>
    <dgm:cxn modelId="{2502DB02-7391-482A-B359-9718D7DB1E59}" type="presParOf" srcId="{205627FE-6DDC-4050-8037-39F61298DBB5}" destId="{D19A6E53-868D-4A2D-9643-CA92C9A63A3A}" srcOrd="1" destOrd="0" presId="urn:microsoft.com/office/officeart/2008/layout/BendingPictureCaptionList"/>
    <dgm:cxn modelId="{0BB9705E-F013-4E66-800A-D78D1487F0E4}" type="presParOf" srcId="{A5CBD902-3FE3-402E-980C-D60CF31F9F79}" destId="{D0B16635-2737-4645-AC96-1BBF3C6E390D}" srcOrd="5" destOrd="0" presId="urn:microsoft.com/office/officeart/2008/layout/BendingPictureCaptionList"/>
    <dgm:cxn modelId="{957184EE-3A25-4534-A015-B5BBE3B24D98}" type="presParOf" srcId="{A5CBD902-3FE3-402E-980C-D60CF31F9F79}" destId="{9ED1218D-7F73-4E71-91D7-8209DB19B942}" srcOrd="6" destOrd="0" presId="urn:microsoft.com/office/officeart/2008/layout/BendingPictureCaptionList"/>
    <dgm:cxn modelId="{196253AD-0806-49FD-88AB-BDA2D018407B}" type="presParOf" srcId="{9ED1218D-7F73-4E71-91D7-8209DB19B942}" destId="{883DB625-A8C6-4474-B37C-C632B7F4F61B}" srcOrd="0" destOrd="0" presId="urn:microsoft.com/office/officeart/2008/layout/BendingPictureCaptionList"/>
    <dgm:cxn modelId="{8E1D7FD8-57B1-4742-BC74-7E3FD4487E26}" type="presParOf" srcId="{9ED1218D-7F73-4E71-91D7-8209DB19B942}" destId="{41A2FCC0-C1C5-47E3-9F82-DC171964E69C}" srcOrd="1" destOrd="0" presId="urn:microsoft.com/office/officeart/2008/layout/BendingPictureCaptionList"/>
    <dgm:cxn modelId="{45099960-3A19-4553-8925-40FF54AB3DA8}" type="presParOf" srcId="{A5CBD902-3FE3-402E-980C-D60CF31F9F79}" destId="{C68E8AA4-E7B1-43F8-A805-B5F45E0B16D6}" srcOrd="7" destOrd="0" presId="urn:microsoft.com/office/officeart/2008/layout/BendingPictureCaptionList"/>
    <dgm:cxn modelId="{8BFCB138-857C-407D-998C-E1018ED26A9F}" type="presParOf" srcId="{A5CBD902-3FE3-402E-980C-D60CF31F9F79}" destId="{ECB19951-8D08-4041-A6F2-978224F5180D}" srcOrd="8" destOrd="0" presId="urn:microsoft.com/office/officeart/2008/layout/BendingPictureCaptionList"/>
    <dgm:cxn modelId="{1BC75007-5504-43EF-B02F-618BB777275F}" type="presParOf" srcId="{ECB19951-8D08-4041-A6F2-978224F5180D}" destId="{BD2043E1-46D7-409E-AA16-C48797E1A36B}" srcOrd="0" destOrd="0" presId="urn:microsoft.com/office/officeart/2008/layout/BendingPictureCaptionList"/>
    <dgm:cxn modelId="{7CED2B70-1C9D-4E27-B7B1-8168847EBB13}" type="presParOf" srcId="{ECB19951-8D08-4041-A6F2-978224F5180D}" destId="{2DE83AD4-1FE4-42A7-A470-82D2DA45A87A}"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C2BBD3-45B7-4DEA-80DA-2D7EF220240D}"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76426231-52AB-400E-B928-FB5278BA2043}">
      <dgm:prSet/>
      <dgm:spPr/>
      <dgm:t>
        <a:bodyPr/>
        <a:lstStyle/>
        <a:p>
          <a:r>
            <a:rPr lang="en-US"/>
            <a:t>Understood NGO governance and structure</a:t>
          </a:r>
        </a:p>
      </dgm:t>
    </dgm:pt>
    <dgm:pt modelId="{EB4FE7E2-3C57-4891-8F65-78E280292B71}" type="parTrans" cxnId="{48D4EA65-DAC0-4043-A68B-5F157DDC85B8}">
      <dgm:prSet/>
      <dgm:spPr/>
      <dgm:t>
        <a:bodyPr/>
        <a:lstStyle/>
        <a:p>
          <a:endParaRPr lang="en-US"/>
        </a:p>
      </dgm:t>
    </dgm:pt>
    <dgm:pt modelId="{0C9FB660-42A9-4204-9EFC-9F5CA470712F}" type="sibTrans" cxnId="{48D4EA65-DAC0-4043-A68B-5F157DDC85B8}">
      <dgm:prSet/>
      <dgm:spPr/>
      <dgm:t>
        <a:bodyPr/>
        <a:lstStyle/>
        <a:p>
          <a:endParaRPr lang="en-US"/>
        </a:p>
      </dgm:t>
    </dgm:pt>
    <dgm:pt modelId="{ABA72AC3-DAC1-4FBB-89B5-F69422071631}">
      <dgm:prSet/>
      <dgm:spPr/>
      <dgm:t>
        <a:bodyPr/>
        <a:lstStyle/>
        <a:p>
          <a:r>
            <a:rPr lang="en-US"/>
            <a:t>Worked across departments (HR, MEAL, Programs)</a:t>
          </a:r>
        </a:p>
      </dgm:t>
    </dgm:pt>
    <dgm:pt modelId="{E7D99A7E-9471-47CF-98AB-CA3A600B34E2}" type="parTrans" cxnId="{EB6756C2-1CBA-4EA8-AD1A-2358D0E303C9}">
      <dgm:prSet/>
      <dgm:spPr/>
      <dgm:t>
        <a:bodyPr/>
        <a:lstStyle/>
        <a:p>
          <a:endParaRPr lang="en-US"/>
        </a:p>
      </dgm:t>
    </dgm:pt>
    <dgm:pt modelId="{9393299B-7DD2-4618-9216-BA9EBC8B2A18}" type="sibTrans" cxnId="{EB6756C2-1CBA-4EA8-AD1A-2358D0E303C9}">
      <dgm:prSet/>
      <dgm:spPr/>
      <dgm:t>
        <a:bodyPr/>
        <a:lstStyle/>
        <a:p>
          <a:endParaRPr lang="en-US"/>
        </a:p>
      </dgm:t>
    </dgm:pt>
    <dgm:pt modelId="{00C8D53F-3D25-40DF-99E7-C419104ABF44}">
      <dgm:prSet/>
      <dgm:spPr/>
      <dgm:t>
        <a:bodyPr/>
        <a:lstStyle/>
        <a:p>
          <a:r>
            <a:rPr lang="en-US"/>
            <a:t>Improved strategic thinking and execution</a:t>
          </a:r>
        </a:p>
      </dgm:t>
    </dgm:pt>
    <dgm:pt modelId="{B4EFA1BE-134D-4A90-85AB-BA16871B1655}" type="parTrans" cxnId="{007BECD6-0FFC-4037-8AE3-EA25BB8FA29B}">
      <dgm:prSet/>
      <dgm:spPr/>
      <dgm:t>
        <a:bodyPr/>
        <a:lstStyle/>
        <a:p>
          <a:endParaRPr lang="en-US"/>
        </a:p>
      </dgm:t>
    </dgm:pt>
    <dgm:pt modelId="{924155EB-4FA0-49B0-B506-B5EFF13C60FE}" type="sibTrans" cxnId="{007BECD6-0FFC-4037-8AE3-EA25BB8FA29B}">
      <dgm:prSet/>
      <dgm:spPr/>
      <dgm:t>
        <a:bodyPr/>
        <a:lstStyle/>
        <a:p>
          <a:endParaRPr lang="en-US"/>
        </a:p>
      </dgm:t>
    </dgm:pt>
    <dgm:pt modelId="{C5010E4F-E052-44C5-A432-1A7A8128EFDC}">
      <dgm:prSet/>
      <dgm:spPr/>
      <dgm:t>
        <a:bodyPr/>
        <a:lstStyle/>
        <a:p>
          <a:r>
            <a:rPr lang="en-US"/>
            <a:t>Observed leadership decision-making processes</a:t>
          </a:r>
        </a:p>
      </dgm:t>
    </dgm:pt>
    <dgm:pt modelId="{C2A90A08-779B-4465-BAF2-CBD2E7C8E8D0}" type="parTrans" cxnId="{97F110B2-A725-4CBB-87D8-3AA7E437F9B7}">
      <dgm:prSet/>
      <dgm:spPr/>
      <dgm:t>
        <a:bodyPr/>
        <a:lstStyle/>
        <a:p>
          <a:endParaRPr lang="en-US"/>
        </a:p>
      </dgm:t>
    </dgm:pt>
    <dgm:pt modelId="{912D26FE-4D7E-421E-8FDE-5FA98107BB9F}" type="sibTrans" cxnId="{97F110B2-A725-4CBB-87D8-3AA7E437F9B7}">
      <dgm:prSet/>
      <dgm:spPr/>
      <dgm:t>
        <a:bodyPr/>
        <a:lstStyle/>
        <a:p>
          <a:endParaRPr lang="en-US"/>
        </a:p>
      </dgm:t>
    </dgm:pt>
    <dgm:pt modelId="{3EEC494C-2BCF-4F06-8C55-56F4347D7A3D}">
      <dgm:prSet/>
      <dgm:spPr/>
      <dgm:t>
        <a:bodyPr/>
        <a:lstStyle/>
        <a:p>
          <a:r>
            <a:rPr lang="en-US" dirty="0"/>
            <a:t>Learnt the Ugandan immunization schedule</a:t>
          </a:r>
        </a:p>
      </dgm:t>
    </dgm:pt>
    <dgm:pt modelId="{CF412F1E-8E51-43D7-A086-A401C8548653}" type="parTrans" cxnId="{47D64B6C-41AE-4B81-BA77-B34478CF5424}">
      <dgm:prSet/>
      <dgm:spPr/>
      <dgm:t>
        <a:bodyPr/>
        <a:lstStyle/>
        <a:p>
          <a:endParaRPr lang="en-US"/>
        </a:p>
      </dgm:t>
    </dgm:pt>
    <dgm:pt modelId="{761B2F02-941C-4132-8544-0074ECE16A0C}" type="sibTrans" cxnId="{47D64B6C-41AE-4B81-BA77-B34478CF5424}">
      <dgm:prSet/>
      <dgm:spPr/>
      <dgm:t>
        <a:bodyPr/>
        <a:lstStyle/>
        <a:p>
          <a:endParaRPr lang="en-US"/>
        </a:p>
      </dgm:t>
    </dgm:pt>
    <dgm:pt modelId="{0C2EB4B9-187B-4D1E-9723-AD95D6134DEF}">
      <dgm:prSet/>
      <dgm:spPr/>
      <dgm:t>
        <a:bodyPr/>
        <a:lstStyle/>
        <a:p>
          <a:r>
            <a:rPr lang="en-US" dirty="0"/>
            <a:t>Learnt the new malaria vaccine</a:t>
          </a:r>
        </a:p>
      </dgm:t>
    </dgm:pt>
    <dgm:pt modelId="{013A8562-4EAC-48C4-A121-619CBB6D58DC}" type="parTrans" cxnId="{5AEB9755-2658-4D57-B20E-3738356001C6}">
      <dgm:prSet/>
      <dgm:spPr/>
      <dgm:t>
        <a:bodyPr/>
        <a:lstStyle/>
        <a:p>
          <a:endParaRPr lang="en-US"/>
        </a:p>
      </dgm:t>
    </dgm:pt>
    <dgm:pt modelId="{B076247A-B687-4B0F-AA9B-C844CB856C01}" type="sibTrans" cxnId="{5AEB9755-2658-4D57-B20E-3738356001C6}">
      <dgm:prSet/>
      <dgm:spPr/>
      <dgm:t>
        <a:bodyPr/>
        <a:lstStyle/>
        <a:p>
          <a:endParaRPr lang="en-US"/>
        </a:p>
      </dgm:t>
    </dgm:pt>
    <dgm:pt modelId="{8715431C-646D-426A-9B42-AC20C4745304}" type="pres">
      <dgm:prSet presAssocID="{59C2BBD3-45B7-4DEA-80DA-2D7EF220240D}" presName="cycle" presStyleCnt="0">
        <dgm:presLayoutVars>
          <dgm:dir/>
          <dgm:resizeHandles val="exact"/>
        </dgm:presLayoutVars>
      </dgm:prSet>
      <dgm:spPr/>
    </dgm:pt>
    <dgm:pt modelId="{E40B9677-193E-4D57-9C14-37F3AA8F7ABE}" type="pres">
      <dgm:prSet presAssocID="{76426231-52AB-400E-B928-FB5278BA2043}" presName="dummy" presStyleCnt="0"/>
      <dgm:spPr/>
    </dgm:pt>
    <dgm:pt modelId="{1A252C83-9F70-4D3C-A7F2-992554507EF8}" type="pres">
      <dgm:prSet presAssocID="{76426231-52AB-400E-B928-FB5278BA2043}" presName="node" presStyleLbl="revTx" presStyleIdx="0" presStyleCnt="6">
        <dgm:presLayoutVars>
          <dgm:bulletEnabled val="1"/>
        </dgm:presLayoutVars>
      </dgm:prSet>
      <dgm:spPr/>
    </dgm:pt>
    <dgm:pt modelId="{FBD1F2B4-9F8D-464C-BA93-5F5503BD7641}" type="pres">
      <dgm:prSet presAssocID="{0C9FB660-42A9-4204-9EFC-9F5CA470712F}" presName="sibTrans" presStyleLbl="node1" presStyleIdx="0" presStyleCnt="6"/>
      <dgm:spPr/>
    </dgm:pt>
    <dgm:pt modelId="{277C6449-2D2E-4BD6-86BB-C510194E8198}" type="pres">
      <dgm:prSet presAssocID="{ABA72AC3-DAC1-4FBB-89B5-F69422071631}" presName="dummy" presStyleCnt="0"/>
      <dgm:spPr/>
    </dgm:pt>
    <dgm:pt modelId="{FD1E7E85-86AC-4AFE-A8B3-8DD65BB38EE4}" type="pres">
      <dgm:prSet presAssocID="{ABA72AC3-DAC1-4FBB-89B5-F69422071631}" presName="node" presStyleLbl="revTx" presStyleIdx="1" presStyleCnt="6">
        <dgm:presLayoutVars>
          <dgm:bulletEnabled val="1"/>
        </dgm:presLayoutVars>
      </dgm:prSet>
      <dgm:spPr/>
    </dgm:pt>
    <dgm:pt modelId="{A3DF9A4C-FD4C-49C7-ABAB-262AB09C72F4}" type="pres">
      <dgm:prSet presAssocID="{9393299B-7DD2-4618-9216-BA9EBC8B2A18}" presName="sibTrans" presStyleLbl="node1" presStyleIdx="1" presStyleCnt="6"/>
      <dgm:spPr/>
    </dgm:pt>
    <dgm:pt modelId="{8F2AD226-AF67-4786-B6B3-65C2D2A0E3B4}" type="pres">
      <dgm:prSet presAssocID="{00C8D53F-3D25-40DF-99E7-C419104ABF44}" presName="dummy" presStyleCnt="0"/>
      <dgm:spPr/>
    </dgm:pt>
    <dgm:pt modelId="{FE8258FA-8DA7-46F9-B3C0-BDA5D23B4716}" type="pres">
      <dgm:prSet presAssocID="{00C8D53F-3D25-40DF-99E7-C419104ABF44}" presName="node" presStyleLbl="revTx" presStyleIdx="2" presStyleCnt="6">
        <dgm:presLayoutVars>
          <dgm:bulletEnabled val="1"/>
        </dgm:presLayoutVars>
      </dgm:prSet>
      <dgm:spPr/>
    </dgm:pt>
    <dgm:pt modelId="{4385741F-0E48-435E-BC63-237AD70A0C15}" type="pres">
      <dgm:prSet presAssocID="{924155EB-4FA0-49B0-B506-B5EFF13C60FE}" presName="sibTrans" presStyleLbl="node1" presStyleIdx="2" presStyleCnt="6"/>
      <dgm:spPr/>
    </dgm:pt>
    <dgm:pt modelId="{9A05FD87-1CEA-495A-9CD2-939D56324685}" type="pres">
      <dgm:prSet presAssocID="{C5010E4F-E052-44C5-A432-1A7A8128EFDC}" presName="dummy" presStyleCnt="0"/>
      <dgm:spPr/>
    </dgm:pt>
    <dgm:pt modelId="{9A3D196A-D776-4981-B4B1-BA56B6C8516C}" type="pres">
      <dgm:prSet presAssocID="{C5010E4F-E052-44C5-A432-1A7A8128EFDC}" presName="node" presStyleLbl="revTx" presStyleIdx="3" presStyleCnt="6">
        <dgm:presLayoutVars>
          <dgm:bulletEnabled val="1"/>
        </dgm:presLayoutVars>
      </dgm:prSet>
      <dgm:spPr/>
    </dgm:pt>
    <dgm:pt modelId="{7EAE4CF3-D186-4FA2-BA16-4EE2552FE2F4}" type="pres">
      <dgm:prSet presAssocID="{912D26FE-4D7E-421E-8FDE-5FA98107BB9F}" presName="sibTrans" presStyleLbl="node1" presStyleIdx="3" presStyleCnt="6"/>
      <dgm:spPr/>
    </dgm:pt>
    <dgm:pt modelId="{F636570B-AFD1-413B-8A91-2C3566E9BB59}" type="pres">
      <dgm:prSet presAssocID="{3EEC494C-2BCF-4F06-8C55-56F4347D7A3D}" presName="dummy" presStyleCnt="0"/>
      <dgm:spPr/>
    </dgm:pt>
    <dgm:pt modelId="{9DA8CBA4-149D-4317-9AD9-9C8AE148B58F}" type="pres">
      <dgm:prSet presAssocID="{3EEC494C-2BCF-4F06-8C55-56F4347D7A3D}" presName="node" presStyleLbl="revTx" presStyleIdx="4" presStyleCnt="6">
        <dgm:presLayoutVars>
          <dgm:bulletEnabled val="1"/>
        </dgm:presLayoutVars>
      </dgm:prSet>
      <dgm:spPr/>
    </dgm:pt>
    <dgm:pt modelId="{D5D24A2C-6BD9-4B2A-BCA4-A6F5B907B29D}" type="pres">
      <dgm:prSet presAssocID="{761B2F02-941C-4132-8544-0074ECE16A0C}" presName="sibTrans" presStyleLbl="node1" presStyleIdx="4" presStyleCnt="6"/>
      <dgm:spPr/>
    </dgm:pt>
    <dgm:pt modelId="{1E61000B-D57D-424C-8D9B-E29F70C9C3A0}" type="pres">
      <dgm:prSet presAssocID="{0C2EB4B9-187B-4D1E-9723-AD95D6134DEF}" presName="dummy" presStyleCnt="0"/>
      <dgm:spPr/>
    </dgm:pt>
    <dgm:pt modelId="{944E43D3-5D29-465F-A8B8-566D8AEAFC84}" type="pres">
      <dgm:prSet presAssocID="{0C2EB4B9-187B-4D1E-9723-AD95D6134DEF}" presName="node" presStyleLbl="revTx" presStyleIdx="5" presStyleCnt="6">
        <dgm:presLayoutVars>
          <dgm:bulletEnabled val="1"/>
        </dgm:presLayoutVars>
      </dgm:prSet>
      <dgm:spPr/>
    </dgm:pt>
    <dgm:pt modelId="{C3B71A43-332A-4AE3-83B8-6F96D9CE8414}" type="pres">
      <dgm:prSet presAssocID="{B076247A-B687-4B0F-AA9B-C844CB856C01}" presName="sibTrans" presStyleLbl="node1" presStyleIdx="5" presStyleCnt="6"/>
      <dgm:spPr/>
    </dgm:pt>
  </dgm:ptLst>
  <dgm:cxnLst>
    <dgm:cxn modelId="{01879412-4785-4260-9CE1-6BDC846E7F7F}" type="presOf" srcId="{76426231-52AB-400E-B928-FB5278BA2043}" destId="{1A252C83-9F70-4D3C-A7F2-992554507EF8}" srcOrd="0" destOrd="0" presId="urn:microsoft.com/office/officeart/2005/8/layout/cycle1"/>
    <dgm:cxn modelId="{51F03116-6836-48A4-A1F2-6716FF45B1E9}" type="presOf" srcId="{912D26FE-4D7E-421E-8FDE-5FA98107BB9F}" destId="{7EAE4CF3-D186-4FA2-BA16-4EE2552FE2F4}" srcOrd="0" destOrd="0" presId="urn:microsoft.com/office/officeart/2005/8/layout/cycle1"/>
    <dgm:cxn modelId="{11ACB51E-30FD-46B9-AE37-0F53A7F7766B}" type="presOf" srcId="{59C2BBD3-45B7-4DEA-80DA-2D7EF220240D}" destId="{8715431C-646D-426A-9B42-AC20C4745304}" srcOrd="0" destOrd="0" presId="urn:microsoft.com/office/officeart/2005/8/layout/cycle1"/>
    <dgm:cxn modelId="{C5A1D93C-064E-4FA9-90B0-CA414015BAFB}" type="presOf" srcId="{00C8D53F-3D25-40DF-99E7-C419104ABF44}" destId="{FE8258FA-8DA7-46F9-B3C0-BDA5D23B4716}" srcOrd="0" destOrd="0" presId="urn:microsoft.com/office/officeart/2005/8/layout/cycle1"/>
    <dgm:cxn modelId="{48D4EA65-DAC0-4043-A68B-5F157DDC85B8}" srcId="{59C2BBD3-45B7-4DEA-80DA-2D7EF220240D}" destId="{76426231-52AB-400E-B928-FB5278BA2043}" srcOrd="0" destOrd="0" parTransId="{EB4FE7E2-3C57-4891-8F65-78E280292B71}" sibTransId="{0C9FB660-42A9-4204-9EFC-9F5CA470712F}"/>
    <dgm:cxn modelId="{EBDA2666-630B-49AA-A713-BC1948578D25}" type="presOf" srcId="{924155EB-4FA0-49B0-B506-B5EFF13C60FE}" destId="{4385741F-0E48-435E-BC63-237AD70A0C15}" srcOrd="0" destOrd="0" presId="urn:microsoft.com/office/officeart/2005/8/layout/cycle1"/>
    <dgm:cxn modelId="{47D64B6C-41AE-4B81-BA77-B34478CF5424}" srcId="{59C2BBD3-45B7-4DEA-80DA-2D7EF220240D}" destId="{3EEC494C-2BCF-4F06-8C55-56F4347D7A3D}" srcOrd="4" destOrd="0" parTransId="{CF412F1E-8E51-43D7-A086-A401C8548653}" sibTransId="{761B2F02-941C-4132-8544-0074ECE16A0C}"/>
    <dgm:cxn modelId="{5AEB9755-2658-4D57-B20E-3738356001C6}" srcId="{59C2BBD3-45B7-4DEA-80DA-2D7EF220240D}" destId="{0C2EB4B9-187B-4D1E-9723-AD95D6134DEF}" srcOrd="5" destOrd="0" parTransId="{013A8562-4EAC-48C4-A121-619CBB6D58DC}" sibTransId="{B076247A-B687-4B0F-AA9B-C844CB856C01}"/>
    <dgm:cxn modelId="{5D7F2376-0487-4A02-A439-F30FA18F77B7}" type="presOf" srcId="{761B2F02-941C-4132-8544-0074ECE16A0C}" destId="{D5D24A2C-6BD9-4B2A-BCA4-A6F5B907B29D}" srcOrd="0" destOrd="0" presId="urn:microsoft.com/office/officeart/2005/8/layout/cycle1"/>
    <dgm:cxn modelId="{4327D291-C5CE-450A-8865-51AE3EB7DBE7}" type="presOf" srcId="{9393299B-7DD2-4618-9216-BA9EBC8B2A18}" destId="{A3DF9A4C-FD4C-49C7-ABAB-262AB09C72F4}" srcOrd="0" destOrd="0" presId="urn:microsoft.com/office/officeart/2005/8/layout/cycle1"/>
    <dgm:cxn modelId="{E9BB95A6-93E3-4E7B-802A-686CC618B33F}" type="presOf" srcId="{0C2EB4B9-187B-4D1E-9723-AD95D6134DEF}" destId="{944E43D3-5D29-465F-A8B8-566D8AEAFC84}" srcOrd="0" destOrd="0" presId="urn:microsoft.com/office/officeart/2005/8/layout/cycle1"/>
    <dgm:cxn modelId="{558C11AD-2E6C-4849-A45E-2067BF868B27}" type="presOf" srcId="{ABA72AC3-DAC1-4FBB-89B5-F69422071631}" destId="{FD1E7E85-86AC-4AFE-A8B3-8DD65BB38EE4}" srcOrd="0" destOrd="0" presId="urn:microsoft.com/office/officeart/2005/8/layout/cycle1"/>
    <dgm:cxn modelId="{97F110B2-A725-4CBB-87D8-3AA7E437F9B7}" srcId="{59C2BBD3-45B7-4DEA-80DA-2D7EF220240D}" destId="{C5010E4F-E052-44C5-A432-1A7A8128EFDC}" srcOrd="3" destOrd="0" parTransId="{C2A90A08-779B-4465-BAF2-CBD2E7C8E8D0}" sibTransId="{912D26FE-4D7E-421E-8FDE-5FA98107BB9F}"/>
    <dgm:cxn modelId="{080959BA-DB64-4039-AC92-3CDE658EED5D}" type="presOf" srcId="{C5010E4F-E052-44C5-A432-1A7A8128EFDC}" destId="{9A3D196A-D776-4981-B4B1-BA56B6C8516C}" srcOrd="0" destOrd="0" presId="urn:microsoft.com/office/officeart/2005/8/layout/cycle1"/>
    <dgm:cxn modelId="{EB6756C2-1CBA-4EA8-AD1A-2358D0E303C9}" srcId="{59C2BBD3-45B7-4DEA-80DA-2D7EF220240D}" destId="{ABA72AC3-DAC1-4FBB-89B5-F69422071631}" srcOrd="1" destOrd="0" parTransId="{E7D99A7E-9471-47CF-98AB-CA3A600B34E2}" sibTransId="{9393299B-7DD2-4618-9216-BA9EBC8B2A18}"/>
    <dgm:cxn modelId="{388205C6-D345-4CF8-986F-76BB9EBDFD98}" type="presOf" srcId="{B076247A-B687-4B0F-AA9B-C844CB856C01}" destId="{C3B71A43-332A-4AE3-83B8-6F96D9CE8414}" srcOrd="0" destOrd="0" presId="urn:microsoft.com/office/officeart/2005/8/layout/cycle1"/>
    <dgm:cxn modelId="{007BECD6-0FFC-4037-8AE3-EA25BB8FA29B}" srcId="{59C2BBD3-45B7-4DEA-80DA-2D7EF220240D}" destId="{00C8D53F-3D25-40DF-99E7-C419104ABF44}" srcOrd="2" destOrd="0" parTransId="{B4EFA1BE-134D-4A90-85AB-BA16871B1655}" sibTransId="{924155EB-4FA0-49B0-B506-B5EFF13C60FE}"/>
    <dgm:cxn modelId="{721DEBE6-DE26-4A3B-94F7-FA4A72CA12C2}" type="presOf" srcId="{0C9FB660-42A9-4204-9EFC-9F5CA470712F}" destId="{FBD1F2B4-9F8D-464C-BA93-5F5503BD7641}" srcOrd="0" destOrd="0" presId="urn:microsoft.com/office/officeart/2005/8/layout/cycle1"/>
    <dgm:cxn modelId="{1D7AE5FF-A87F-4C50-A262-C4015AD96827}" type="presOf" srcId="{3EEC494C-2BCF-4F06-8C55-56F4347D7A3D}" destId="{9DA8CBA4-149D-4317-9AD9-9C8AE148B58F}" srcOrd="0" destOrd="0" presId="urn:microsoft.com/office/officeart/2005/8/layout/cycle1"/>
    <dgm:cxn modelId="{73E84EA9-4C8E-4861-9BFD-3ACEEF1D1AC8}" type="presParOf" srcId="{8715431C-646D-426A-9B42-AC20C4745304}" destId="{E40B9677-193E-4D57-9C14-37F3AA8F7ABE}" srcOrd="0" destOrd="0" presId="urn:microsoft.com/office/officeart/2005/8/layout/cycle1"/>
    <dgm:cxn modelId="{C9D98479-C6F3-4FB5-B850-AF89847B4CAC}" type="presParOf" srcId="{8715431C-646D-426A-9B42-AC20C4745304}" destId="{1A252C83-9F70-4D3C-A7F2-992554507EF8}" srcOrd="1" destOrd="0" presId="urn:microsoft.com/office/officeart/2005/8/layout/cycle1"/>
    <dgm:cxn modelId="{177C05B8-BA4B-46A5-818F-5EAF7E58C3E0}" type="presParOf" srcId="{8715431C-646D-426A-9B42-AC20C4745304}" destId="{FBD1F2B4-9F8D-464C-BA93-5F5503BD7641}" srcOrd="2" destOrd="0" presId="urn:microsoft.com/office/officeart/2005/8/layout/cycle1"/>
    <dgm:cxn modelId="{137B272E-565C-4C26-9249-E51CEAFBFC0A}" type="presParOf" srcId="{8715431C-646D-426A-9B42-AC20C4745304}" destId="{277C6449-2D2E-4BD6-86BB-C510194E8198}" srcOrd="3" destOrd="0" presId="urn:microsoft.com/office/officeart/2005/8/layout/cycle1"/>
    <dgm:cxn modelId="{5A2F6249-7E99-48DE-BF93-C975C7CFD230}" type="presParOf" srcId="{8715431C-646D-426A-9B42-AC20C4745304}" destId="{FD1E7E85-86AC-4AFE-A8B3-8DD65BB38EE4}" srcOrd="4" destOrd="0" presId="urn:microsoft.com/office/officeart/2005/8/layout/cycle1"/>
    <dgm:cxn modelId="{4D36BBE2-CB17-428D-98BA-23040D47F997}" type="presParOf" srcId="{8715431C-646D-426A-9B42-AC20C4745304}" destId="{A3DF9A4C-FD4C-49C7-ABAB-262AB09C72F4}" srcOrd="5" destOrd="0" presId="urn:microsoft.com/office/officeart/2005/8/layout/cycle1"/>
    <dgm:cxn modelId="{3E1981E7-E0E1-4100-B315-7F1DD7C93831}" type="presParOf" srcId="{8715431C-646D-426A-9B42-AC20C4745304}" destId="{8F2AD226-AF67-4786-B6B3-65C2D2A0E3B4}" srcOrd="6" destOrd="0" presId="urn:microsoft.com/office/officeart/2005/8/layout/cycle1"/>
    <dgm:cxn modelId="{7A0F548A-8D3F-4587-AA7B-93E1A61AFB1F}" type="presParOf" srcId="{8715431C-646D-426A-9B42-AC20C4745304}" destId="{FE8258FA-8DA7-46F9-B3C0-BDA5D23B4716}" srcOrd="7" destOrd="0" presId="urn:microsoft.com/office/officeart/2005/8/layout/cycle1"/>
    <dgm:cxn modelId="{05510E2E-16C2-4EC3-AD2C-38CFE14B49A4}" type="presParOf" srcId="{8715431C-646D-426A-9B42-AC20C4745304}" destId="{4385741F-0E48-435E-BC63-237AD70A0C15}" srcOrd="8" destOrd="0" presId="urn:microsoft.com/office/officeart/2005/8/layout/cycle1"/>
    <dgm:cxn modelId="{54461778-5774-49A5-886E-A968E53762E8}" type="presParOf" srcId="{8715431C-646D-426A-9B42-AC20C4745304}" destId="{9A05FD87-1CEA-495A-9CD2-939D56324685}" srcOrd="9" destOrd="0" presId="urn:microsoft.com/office/officeart/2005/8/layout/cycle1"/>
    <dgm:cxn modelId="{5B9065F7-C66A-4653-857F-C58ECE5835AC}" type="presParOf" srcId="{8715431C-646D-426A-9B42-AC20C4745304}" destId="{9A3D196A-D776-4981-B4B1-BA56B6C8516C}" srcOrd="10" destOrd="0" presId="urn:microsoft.com/office/officeart/2005/8/layout/cycle1"/>
    <dgm:cxn modelId="{989A3264-D593-4FE9-B5A2-DC3B57D1B4A0}" type="presParOf" srcId="{8715431C-646D-426A-9B42-AC20C4745304}" destId="{7EAE4CF3-D186-4FA2-BA16-4EE2552FE2F4}" srcOrd="11" destOrd="0" presId="urn:microsoft.com/office/officeart/2005/8/layout/cycle1"/>
    <dgm:cxn modelId="{146FB2B2-01A1-4F98-8FAB-79A79775ABDD}" type="presParOf" srcId="{8715431C-646D-426A-9B42-AC20C4745304}" destId="{F636570B-AFD1-413B-8A91-2C3566E9BB59}" srcOrd="12" destOrd="0" presId="urn:microsoft.com/office/officeart/2005/8/layout/cycle1"/>
    <dgm:cxn modelId="{73F42C5A-E516-423E-8B13-04A66C72176C}" type="presParOf" srcId="{8715431C-646D-426A-9B42-AC20C4745304}" destId="{9DA8CBA4-149D-4317-9AD9-9C8AE148B58F}" srcOrd="13" destOrd="0" presId="urn:microsoft.com/office/officeart/2005/8/layout/cycle1"/>
    <dgm:cxn modelId="{EB49DF6C-AB02-4934-A959-1F50DF8439D2}" type="presParOf" srcId="{8715431C-646D-426A-9B42-AC20C4745304}" destId="{D5D24A2C-6BD9-4B2A-BCA4-A6F5B907B29D}" srcOrd="14" destOrd="0" presId="urn:microsoft.com/office/officeart/2005/8/layout/cycle1"/>
    <dgm:cxn modelId="{06B289A8-C66A-4627-977A-D07C4173691C}" type="presParOf" srcId="{8715431C-646D-426A-9B42-AC20C4745304}" destId="{1E61000B-D57D-424C-8D9B-E29F70C9C3A0}" srcOrd="15" destOrd="0" presId="urn:microsoft.com/office/officeart/2005/8/layout/cycle1"/>
    <dgm:cxn modelId="{50ADCFEA-3472-4B88-9EDF-1144D6AA1C5A}" type="presParOf" srcId="{8715431C-646D-426A-9B42-AC20C4745304}" destId="{944E43D3-5D29-465F-A8B8-566D8AEAFC84}" srcOrd="16" destOrd="0" presId="urn:microsoft.com/office/officeart/2005/8/layout/cycle1"/>
    <dgm:cxn modelId="{BA23E990-2278-491C-A247-4908C11CA4C1}" type="presParOf" srcId="{8715431C-646D-426A-9B42-AC20C4745304}" destId="{C3B71A43-332A-4AE3-83B8-6F96D9CE8414}" srcOrd="17"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46C407-3A4F-408A-95D3-E16CB3DB0C5C}"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47B0BE29-ECC3-44C6-A793-9A719E96C34D}">
      <dgm:prSet/>
      <dgm:spPr>
        <a:solidFill>
          <a:schemeClr val="tx2"/>
        </a:solidFill>
      </dgm:spPr>
      <dgm:t>
        <a:bodyPr/>
        <a:lstStyle/>
        <a:p>
          <a:r>
            <a:rPr lang="en-US" dirty="0">
              <a:solidFill>
                <a:schemeClr val="bg1"/>
              </a:solidFill>
              <a:latin typeface="Aptos"/>
            </a:rPr>
            <a:t>International Women’s Day</a:t>
          </a:r>
          <a:endParaRPr lang="en-US" dirty="0">
            <a:solidFill>
              <a:schemeClr val="bg1"/>
            </a:solidFill>
          </a:endParaRPr>
        </a:p>
      </dgm:t>
    </dgm:pt>
    <dgm:pt modelId="{FDF55837-7AC6-4425-BD9B-9C9C04896572}" type="parTrans" cxnId="{E94B6F4D-B13F-4271-9376-958BF43D8660}">
      <dgm:prSet/>
      <dgm:spPr/>
      <dgm:t>
        <a:bodyPr/>
        <a:lstStyle/>
        <a:p>
          <a:endParaRPr lang="en-US"/>
        </a:p>
      </dgm:t>
    </dgm:pt>
    <dgm:pt modelId="{9ED593F7-0662-4C30-872C-9C61678B8401}" type="sibTrans" cxnId="{E94B6F4D-B13F-4271-9376-958BF43D8660}">
      <dgm:prSet/>
      <dgm:spPr>
        <a:blipFill>
          <a:blip xmlns:r="http://schemas.openxmlformats.org/officeDocument/2006/relationships" r:embed="rId1"/>
          <a:srcRect/>
          <a:stretch>
            <a:fillRect l="-26000" r="-26000"/>
          </a:stretch>
        </a:blipFill>
      </dgm:spPr>
      <dgm:t>
        <a:bodyPr/>
        <a:lstStyle/>
        <a:p>
          <a:endParaRPr lang="en-US"/>
        </a:p>
      </dgm:t>
    </dgm:pt>
    <dgm:pt modelId="{DA18A81B-EF65-4B26-A320-E4108613F43B}">
      <dgm:prSet phldrT="[Text]"/>
      <dgm:spPr/>
      <dgm:t>
        <a:bodyPr/>
        <a:lstStyle/>
        <a:p>
          <a:pPr algn="ctr"/>
          <a:r>
            <a:rPr lang="en-US" dirty="0">
              <a:latin typeface="Aptos"/>
            </a:rPr>
            <a:t>Community sensitization (River </a:t>
          </a:r>
          <a:r>
            <a:rPr lang="en-US" dirty="0" err="1">
              <a:latin typeface="Aptos"/>
            </a:rPr>
            <a:t>Enyau</a:t>
          </a:r>
          <a:r>
            <a:rPr lang="en-US" dirty="0">
              <a:latin typeface="Aptos"/>
            </a:rPr>
            <a:t>) under Environment and climate change project</a:t>
          </a:r>
          <a:endParaRPr lang="en-US" dirty="0"/>
        </a:p>
      </dgm:t>
    </dgm:pt>
    <dgm:pt modelId="{16A46C82-335A-447A-BEE7-6861E913FE42}" type="parTrans" cxnId="{873673FE-73F7-4117-913A-1831BEF9DFD9}">
      <dgm:prSet/>
      <dgm:spPr/>
      <dgm:t>
        <a:bodyPr/>
        <a:lstStyle/>
        <a:p>
          <a:endParaRPr lang="en-US"/>
        </a:p>
      </dgm:t>
    </dgm:pt>
    <dgm:pt modelId="{7F9C465A-A3B4-40F5-AAF0-E6DC167DBF39}" type="sibTrans" cxnId="{873673FE-73F7-4117-913A-1831BEF9DFD9}">
      <dgm:prSet/>
      <dgm:spPr>
        <a:blipFill>
          <a:blip xmlns:r="http://schemas.openxmlformats.org/officeDocument/2006/relationships" r:embed="rId2"/>
          <a:srcRect/>
          <a:stretch>
            <a:fillRect l="-17000" r="-17000"/>
          </a:stretch>
        </a:blipFill>
      </dgm:spPr>
      <dgm:t>
        <a:bodyPr/>
        <a:lstStyle/>
        <a:p>
          <a:endParaRPr lang="en-US"/>
        </a:p>
      </dgm:t>
    </dgm:pt>
    <dgm:pt modelId="{BF04932E-F6BF-492B-9837-86270235E8DE}">
      <dgm:prSet/>
      <dgm:spPr/>
      <dgm:t>
        <a:bodyPr/>
        <a:lstStyle/>
        <a:p>
          <a:r>
            <a:rPr lang="en-US" dirty="0"/>
            <a:t>Youth warm-up activity</a:t>
          </a:r>
        </a:p>
      </dgm:t>
    </dgm:pt>
    <dgm:pt modelId="{435A52BB-665C-4A58-8092-23BF892C0911}" type="parTrans" cxnId="{C7387F3C-B5BA-43C4-B22A-45CB04720248}">
      <dgm:prSet/>
      <dgm:spPr/>
      <dgm:t>
        <a:bodyPr/>
        <a:lstStyle/>
        <a:p>
          <a:endParaRPr lang="en-US"/>
        </a:p>
      </dgm:t>
    </dgm:pt>
    <dgm:pt modelId="{84835C4E-2E72-40D4-AE94-C1470BCC41FE}" type="sibTrans" cxnId="{C7387F3C-B5BA-43C4-B22A-45CB04720248}">
      <dgm:prSet/>
      <dgm:spPr>
        <a:blipFill>
          <a:blip xmlns:r="http://schemas.openxmlformats.org/officeDocument/2006/relationships" r:embed="rId3"/>
          <a:srcRect/>
          <a:stretch>
            <a:fillRect/>
          </a:stretch>
        </a:blipFill>
      </dgm:spPr>
      <dgm:t>
        <a:bodyPr/>
        <a:lstStyle/>
        <a:p>
          <a:endParaRPr lang="en-US"/>
        </a:p>
      </dgm:t>
    </dgm:pt>
    <dgm:pt modelId="{2285372A-F8F2-4386-BD1C-D27426BE7599}" type="pres">
      <dgm:prSet presAssocID="{5F46C407-3A4F-408A-95D3-E16CB3DB0C5C}" presName="Name0" presStyleCnt="0">
        <dgm:presLayoutVars>
          <dgm:chMax val="7"/>
          <dgm:chPref val="7"/>
          <dgm:dir/>
        </dgm:presLayoutVars>
      </dgm:prSet>
      <dgm:spPr/>
    </dgm:pt>
    <dgm:pt modelId="{A9489B72-C00F-4755-ADC0-3A77C060B12A}" type="pres">
      <dgm:prSet presAssocID="{5F46C407-3A4F-408A-95D3-E16CB3DB0C5C}" presName="Name1" presStyleCnt="0"/>
      <dgm:spPr/>
    </dgm:pt>
    <dgm:pt modelId="{AF1ADB9D-B4D8-43B1-8FBE-B1134555D6B1}" type="pres">
      <dgm:prSet presAssocID="{9ED593F7-0662-4C30-872C-9C61678B8401}" presName="picture_1" presStyleCnt="0"/>
      <dgm:spPr/>
    </dgm:pt>
    <dgm:pt modelId="{A11E6F30-F539-4DAC-B08A-8D074CD19589}" type="pres">
      <dgm:prSet presAssocID="{9ED593F7-0662-4C30-872C-9C61678B8401}" presName="pictureRepeatNode" presStyleLbl="alignImgPlace1" presStyleIdx="0" presStyleCnt="3"/>
      <dgm:spPr/>
    </dgm:pt>
    <dgm:pt modelId="{287E8908-F36C-46A5-8AC1-F43FB223A6F1}" type="pres">
      <dgm:prSet presAssocID="{47B0BE29-ECC3-44C6-A793-9A719E96C34D}" presName="text_1" presStyleLbl="node1" presStyleIdx="0" presStyleCnt="0" custLinFactNeighborX="-2804" custLinFactNeighborY="16947">
        <dgm:presLayoutVars>
          <dgm:bulletEnabled val="1"/>
        </dgm:presLayoutVars>
      </dgm:prSet>
      <dgm:spPr/>
    </dgm:pt>
    <dgm:pt modelId="{A914A6B9-FFB5-4EBC-B264-0DDC491CB342}" type="pres">
      <dgm:prSet presAssocID="{7F9C465A-A3B4-40F5-AAF0-E6DC167DBF39}" presName="picture_2" presStyleCnt="0"/>
      <dgm:spPr/>
    </dgm:pt>
    <dgm:pt modelId="{C4337E20-E888-46B6-8ED2-B3FC5DDE2A06}" type="pres">
      <dgm:prSet presAssocID="{7F9C465A-A3B4-40F5-AAF0-E6DC167DBF39}" presName="pictureRepeatNode" presStyleLbl="alignImgPlace1" presStyleIdx="1" presStyleCnt="3" custLinFactNeighborX="-343" custLinFactNeighborY="969"/>
      <dgm:spPr/>
    </dgm:pt>
    <dgm:pt modelId="{4887D9A1-89F8-4341-9390-BBB8F9E865AD}" type="pres">
      <dgm:prSet presAssocID="{DA18A81B-EF65-4B26-A320-E4108613F43B}" presName="line_2" presStyleLbl="parChTrans1D1" presStyleIdx="0" presStyleCnt="2"/>
      <dgm:spPr/>
    </dgm:pt>
    <dgm:pt modelId="{5FDE0036-B04C-4727-B984-5F7AAECCB406}" type="pres">
      <dgm:prSet presAssocID="{DA18A81B-EF65-4B26-A320-E4108613F43B}" presName="textparent_2" presStyleLbl="node1" presStyleIdx="0" presStyleCnt="0"/>
      <dgm:spPr/>
    </dgm:pt>
    <dgm:pt modelId="{E5759125-D92F-4078-BA47-EE3436612F94}" type="pres">
      <dgm:prSet presAssocID="{DA18A81B-EF65-4B26-A320-E4108613F43B}" presName="text_2" presStyleLbl="revTx" presStyleIdx="0" presStyleCnt="2">
        <dgm:presLayoutVars>
          <dgm:bulletEnabled val="1"/>
        </dgm:presLayoutVars>
      </dgm:prSet>
      <dgm:spPr/>
    </dgm:pt>
    <dgm:pt modelId="{304B751C-CD1D-4821-BD16-A8B969A2C453}" type="pres">
      <dgm:prSet presAssocID="{84835C4E-2E72-40D4-AE94-C1470BCC41FE}" presName="picture_3" presStyleCnt="0"/>
      <dgm:spPr/>
    </dgm:pt>
    <dgm:pt modelId="{6572AFD1-40B7-474A-8570-4D7AA92F8AB2}" type="pres">
      <dgm:prSet presAssocID="{84835C4E-2E72-40D4-AE94-C1470BCC41FE}" presName="pictureRepeatNode" presStyleLbl="alignImgPlace1" presStyleIdx="2" presStyleCnt="3"/>
      <dgm:spPr/>
    </dgm:pt>
    <dgm:pt modelId="{E1F13694-A198-475A-8FB2-C23B6984F67F}" type="pres">
      <dgm:prSet presAssocID="{BF04932E-F6BF-492B-9837-86270235E8DE}" presName="line_3" presStyleLbl="parChTrans1D1" presStyleIdx="1" presStyleCnt="2"/>
      <dgm:spPr/>
    </dgm:pt>
    <dgm:pt modelId="{F693EF17-6AC9-4BAE-A0AE-B32D45E91C20}" type="pres">
      <dgm:prSet presAssocID="{BF04932E-F6BF-492B-9837-86270235E8DE}" presName="textparent_3" presStyleLbl="node1" presStyleIdx="0" presStyleCnt="0"/>
      <dgm:spPr/>
    </dgm:pt>
    <dgm:pt modelId="{F9B59F56-0087-4402-8FD7-F2189241F343}" type="pres">
      <dgm:prSet presAssocID="{BF04932E-F6BF-492B-9837-86270235E8DE}" presName="text_3" presStyleLbl="revTx" presStyleIdx="1" presStyleCnt="2">
        <dgm:presLayoutVars>
          <dgm:bulletEnabled val="1"/>
        </dgm:presLayoutVars>
      </dgm:prSet>
      <dgm:spPr/>
    </dgm:pt>
  </dgm:ptLst>
  <dgm:cxnLst>
    <dgm:cxn modelId="{32727224-2DBE-4F1C-8916-2ED2F06378A3}" type="presOf" srcId="{BF04932E-F6BF-492B-9837-86270235E8DE}" destId="{F9B59F56-0087-4402-8FD7-F2189241F343}" srcOrd="0" destOrd="0" presId="urn:microsoft.com/office/officeart/2008/layout/CircularPictureCallout"/>
    <dgm:cxn modelId="{C7387F3C-B5BA-43C4-B22A-45CB04720248}" srcId="{5F46C407-3A4F-408A-95D3-E16CB3DB0C5C}" destId="{BF04932E-F6BF-492B-9837-86270235E8DE}" srcOrd="2" destOrd="0" parTransId="{435A52BB-665C-4A58-8092-23BF892C0911}" sibTransId="{84835C4E-2E72-40D4-AE94-C1470BCC41FE}"/>
    <dgm:cxn modelId="{70290A47-234A-4DDF-AA03-06785AAC1997}" type="presOf" srcId="{5F46C407-3A4F-408A-95D3-E16CB3DB0C5C}" destId="{2285372A-F8F2-4386-BD1C-D27426BE7599}" srcOrd="0" destOrd="0" presId="urn:microsoft.com/office/officeart/2008/layout/CircularPictureCallout"/>
    <dgm:cxn modelId="{9F207869-A61F-4EDD-BAA9-7473E3F0FC2F}" type="presOf" srcId="{9ED593F7-0662-4C30-872C-9C61678B8401}" destId="{A11E6F30-F539-4DAC-B08A-8D074CD19589}" srcOrd="0" destOrd="0" presId="urn:microsoft.com/office/officeart/2008/layout/CircularPictureCallout"/>
    <dgm:cxn modelId="{E94B6F4D-B13F-4271-9376-958BF43D8660}" srcId="{5F46C407-3A4F-408A-95D3-E16CB3DB0C5C}" destId="{47B0BE29-ECC3-44C6-A793-9A719E96C34D}" srcOrd="0" destOrd="0" parTransId="{FDF55837-7AC6-4425-BD9B-9C9C04896572}" sibTransId="{9ED593F7-0662-4C30-872C-9C61678B8401}"/>
    <dgm:cxn modelId="{9E5F96B2-AD16-45DD-AED4-5261F5662FD9}" type="presOf" srcId="{7F9C465A-A3B4-40F5-AAF0-E6DC167DBF39}" destId="{C4337E20-E888-46B6-8ED2-B3FC5DDE2A06}" srcOrd="0" destOrd="0" presId="urn:microsoft.com/office/officeart/2008/layout/CircularPictureCallout"/>
    <dgm:cxn modelId="{4E7726DB-150A-4C86-83E6-78696D62BACC}" type="presOf" srcId="{84835C4E-2E72-40D4-AE94-C1470BCC41FE}" destId="{6572AFD1-40B7-474A-8570-4D7AA92F8AB2}" srcOrd="0" destOrd="0" presId="urn:microsoft.com/office/officeart/2008/layout/CircularPictureCallout"/>
    <dgm:cxn modelId="{304604E1-0E41-43CC-A704-C8C74C7A60CC}" type="presOf" srcId="{DA18A81B-EF65-4B26-A320-E4108613F43B}" destId="{E5759125-D92F-4078-BA47-EE3436612F94}" srcOrd="0" destOrd="0" presId="urn:microsoft.com/office/officeart/2008/layout/CircularPictureCallout"/>
    <dgm:cxn modelId="{61FF19ED-C58A-43AA-99BA-CDFD3971E350}" type="presOf" srcId="{47B0BE29-ECC3-44C6-A793-9A719E96C34D}" destId="{287E8908-F36C-46A5-8AC1-F43FB223A6F1}" srcOrd="0" destOrd="0" presId="urn:microsoft.com/office/officeart/2008/layout/CircularPictureCallout"/>
    <dgm:cxn modelId="{873673FE-73F7-4117-913A-1831BEF9DFD9}" srcId="{5F46C407-3A4F-408A-95D3-E16CB3DB0C5C}" destId="{DA18A81B-EF65-4B26-A320-E4108613F43B}" srcOrd="1" destOrd="0" parTransId="{16A46C82-335A-447A-BEE7-6861E913FE42}" sibTransId="{7F9C465A-A3B4-40F5-AAF0-E6DC167DBF39}"/>
    <dgm:cxn modelId="{1F6187ED-45FE-4425-BF04-5A5A6EB6128B}" type="presParOf" srcId="{2285372A-F8F2-4386-BD1C-D27426BE7599}" destId="{A9489B72-C00F-4755-ADC0-3A77C060B12A}" srcOrd="0" destOrd="0" presId="urn:microsoft.com/office/officeart/2008/layout/CircularPictureCallout"/>
    <dgm:cxn modelId="{D841A909-7449-42A5-B6F9-4F6B161FC22C}" type="presParOf" srcId="{A9489B72-C00F-4755-ADC0-3A77C060B12A}" destId="{AF1ADB9D-B4D8-43B1-8FBE-B1134555D6B1}" srcOrd="0" destOrd="0" presId="urn:microsoft.com/office/officeart/2008/layout/CircularPictureCallout"/>
    <dgm:cxn modelId="{D6C37A52-E856-4CDC-AF1B-9336D6AC4B4C}" type="presParOf" srcId="{AF1ADB9D-B4D8-43B1-8FBE-B1134555D6B1}" destId="{A11E6F30-F539-4DAC-B08A-8D074CD19589}" srcOrd="0" destOrd="0" presId="urn:microsoft.com/office/officeart/2008/layout/CircularPictureCallout"/>
    <dgm:cxn modelId="{2F1CF077-F586-4790-AF16-2434FB19A02F}" type="presParOf" srcId="{A9489B72-C00F-4755-ADC0-3A77C060B12A}" destId="{287E8908-F36C-46A5-8AC1-F43FB223A6F1}" srcOrd="1" destOrd="0" presId="urn:microsoft.com/office/officeart/2008/layout/CircularPictureCallout"/>
    <dgm:cxn modelId="{7512B94E-B953-484E-BCB4-84D008531895}" type="presParOf" srcId="{A9489B72-C00F-4755-ADC0-3A77C060B12A}" destId="{A914A6B9-FFB5-4EBC-B264-0DDC491CB342}" srcOrd="2" destOrd="0" presId="urn:microsoft.com/office/officeart/2008/layout/CircularPictureCallout"/>
    <dgm:cxn modelId="{B740E841-478A-465A-B6F1-619CF09BAA07}" type="presParOf" srcId="{A914A6B9-FFB5-4EBC-B264-0DDC491CB342}" destId="{C4337E20-E888-46B6-8ED2-B3FC5DDE2A06}" srcOrd="0" destOrd="0" presId="urn:microsoft.com/office/officeart/2008/layout/CircularPictureCallout"/>
    <dgm:cxn modelId="{DB31E90F-76E0-4152-998D-E50174F9E983}" type="presParOf" srcId="{A9489B72-C00F-4755-ADC0-3A77C060B12A}" destId="{4887D9A1-89F8-4341-9390-BBB8F9E865AD}" srcOrd="3" destOrd="0" presId="urn:microsoft.com/office/officeart/2008/layout/CircularPictureCallout"/>
    <dgm:cxn modelId="{733C30B1-1ABE-48B2-9341-A9D0ED534CEB}" type="presParOf" srcId="{A9489B72-C00F-4755-ADC0-3A77C060B12A}" destId="{5FDE0036-B04C-4727-B984-5F7AAECCB406}" srcOrd="4" destOrd="0" presId="urn:microsoft.com/office/officeart/2008/layout/CircularPictureCallout"/>
    <dgm:cxn modelId="{B8C677BF-8D03-4746-8CC4-73CC97AE6086}" type="presParOf" srcId="{5FDE0036-B04C-4727-B984-5F7AAECCB406}" destId="{E5759125-D92F-4078-BA47-EE3436612F94}" srcOrd="0" destOrd="0" presId="urn:microsoft.com/office/officeart/2008/layout/CircularPictureCallout"/>
    <dgm:cxn modelId="{F92A9FE9-6374-44F1-A3B4-75B0976655B3}" type="presParOf" srcId="{A9489B72-C00F-4755-ADC0-3A77C060B12A}" destId="{304B751C-CD1D-4821-BD16-A8B969A2C453}" srcOrd="5" destOrd="0" presId="urn:microsoft.com/office/officeart/2008/layout/CircularPictureCallout"/>
    <dgm:cxn modelId="{506C9905-2331-44F1-8CE7-B507A426AC25}" type="presParOf" srcId="{304B751C-CD1D-4821-BD16-A8B969A2C453}" destId="{6572AFD1-40B7-474A-8570-4D7AA92F8AB2}" srcOrd="0" destOrd="0" presId="urn:microsoft.com/office/officeart/2008/layout/CircularPictureCallout"/>
    <dgm:cxn modelId="{77C99CF2-7857-4402-A271-481144DE888B}" type="presParOf" srcId="{A9489B72-C00F-4755-ADC0-3A77C060B12A}" destId="{E1F13694-A198-475A-8FB2-C23B6984F67F}" srcOrd="6" destOrd="0" presId="urn:microsoft.com/office/officeart/2008/layout/CircularPictureCallout"/>
    <dgm:cxn modelId="{BA5B0FD5-A0FA-43D3-A220-35133839C3B0}" type="presParOf" srcId="{A9489B72-C00F-4755-ADC0-3A77C060B12A}" destId="{F693EF17-6AC9-4BAE-A0AE-B32D45E91C20}" srcOrd="7" destOrd="0" presId="urn:microsoft.com/office/officeart/2008/layout/CircularPictureCallout"/>
    <dgm:cxn modelId="{65CE9DAB-0A9D-4C3D-9481-6D5A487835E3}" type="presParOf" srcId="{F693EF17-6AC9-4BAE-A0AE-B32D45E91C20}" destId="{F9B59F56-0087-4402-8FD7-F2189241F343}" srcOrd="0" destOrd="0" presId="urn:microsoft.com/office/officeart/2008/layout/CircularPictureCallou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3CCDC1B-C7FD-4AA4-BA6F-5FC78AF26EB1}"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23517D72-E4DA-4279-8E2C-F85D26D8575A}">
      <dgm:prSet phldrT="[Text]"/>
      <dgm:spPr/>
      <dgm:t>
        <a:bodyPr/>
        <a:lstStyle/>
        <a:p>
          <a:r>
            <a:rPr lang="en-US" dirty="0"/>
            <a:t>Conducted monitoring visit</a:t>
          </a:r>
        </a:p>
      </dgm:t>
    </dgm:pt>
    <dgm:pt modelId="{6A957480-001F-4A42-BCFF-2AB4CE8684CE}" type="parTrans" cxnId="{E8E922EF-F41F-4D37-AD23-9AF84B00B890}">
      <dgm:prSet/>
      <dgm:spPr/>
      <dgm:t>
        <a:bodyPr/>
        <a:lstStyle/>
        <a:p>
          <a:endParaRPr lang="en-US"/>
        </a:p>
      </dgm:t>
    </dgm:pt>
    <dgm:pt modelId="{475592FA-8844-4240-9352-19A65FBF1298}" type="sibTrans" cxnId="{E8E922EF-F41F-4D37-AD23-9AF84B00B890}">
      <dgm:prSet/>
      <dgm:spPr/>
      <dgm:t>
        <a:bodyPr/>
        <a:lstStyle/>
        <a:p>
          <a:endParaRPr lang="en-US"/>
        </a:p>
      </dgm:t>
    </dgm:pt>
    <dgm:pt modelId="{9FBB99DC-D23E-4262-9F4B-CF0454440CA9}">
      <dgm:prSet phldrT="[Text]"/>
      <dgm:spPr/>
      <dgm:t>
        <a:bodyPr/>
        <a:lstStyle/>
        <a:p>
          <a:r>
            <a:rPr lang="en-US" dirty="0"/>
            <a:t>Engaged with beneficiaries</a:t>
          </a:r>
        </a:p>
      </dgm:t>
    </dgm:pt>
    <dgm:pt modelId="{F1E8DEE4-E3EF-40CF-A0F2-6B659D513DCB}" type="parTrans" cxnId="{E37340E5-629A-47A1-B900-724BAC78B892}">
      <dgm:prSet/>
      <dgm:spPr/>
      <dgm:t>
        <a:bodyPr/>
        <a:lstStyle/>
        <a:p>
          <a:endParaRPr lang="en-US"/>
        </a:p>
      </dgm:t>
    </dgm:pt>
    <dgm:pt modelId="{30DEC6C0-CC25-4C20-BF0E-2FA0C56853EB}" type="sibTrans" cxnId="{E37340E5-629A-47A1-B900-724BAC78B892}">
      <dgm:prSet/>
      <dgm:spPr/>
      <dgm:t>
        <a:bodyPr/>
        <a:lstStyle/>
        <a:p>
          <a:endParaRPr lang="en-US"/>
        </a:p>
      </dgm:t>
    </dgm:pt>
    <dgm:pt modelId="{3CC298D5-4BF0-4781-91CE-3CC8346DB0E1}">
      <dgm:prSet phldrT="[Text]"/>
      <dgm:spPr/>
      <dgm:t>
        <a:bodyPr/>
        <a:lstStyle/>
        <a:p>
          <a:r>
            <a:rPr lang="en-US" dirty="0"/>
            <a:t>Collected field data</a:t>
          </a:r>
        </a:p>
      </dgm:t>
    </dgm:pt>
    <dgm:pt modelId="{66E4A2C5-D5A3-4F1E-AE74-2D23A8C1AE4D}" type="parTrans" cxnId="{01C6949E-1631-4313-AF0C-B6B545F27BE7}">
      <dgm:prSet/>
      <dgm:spPr/>
      <dgm:t>
        <a:bodyPr/>
        <a:lstStyle/>
        <a:p>
          <a:endParaRPr lang="en-US"/>
        </a:p>
      </dgm:t>
    </dgm:pt>
    <dgm:pt modelId="{B8C81DC2-5B87-41F4-B4AE-7485FDFA5C32}" type="sibTrans" cxnId="{01C6949E-1631-4313-AF0C-B6B545F27BE7}">
      <dgm:prSet/>
      <dgm:spPr/>
      <dgm:t>
        <a:bodyPr/>
        <a:lstStyle/>
        <a:p>
          <a:endParaRPr lang="en-US"/>
        </a:p>
      </dgm:t>
    </dgm:pt>
    <dgm:pt modelId="{B5B9BC5B-2E8B-48EC-B110-68FB67C63937}">
      <dgm:prSet phldrT="[Text]"/>
      <dgm:spPr/>
      <dgm:t>
        <a:bodyPr/>
        <a:lstStyle/>
        <a:p>
          <a:r>
            <a:rPr lang="en-US" dirty="0"/>
            <a:t>Assessed program impact</a:t>
          </a:r>
        </a:p>
      </dgm:t>
    </dgm:pt>
    <dgm:pt modelId="{D25EFCDB-4BBA-4D2B-AF90-9BEF98918D99}" type="parTrans" cxnId="{116896E3-D0CE-4605-BC6A-1CEEE8204613}">
      <dgm:prSet/>
      <dgm:spPr/>
      <dgm:t>
        <a:bodyPr/>
        <a:lstStyle/>
        <a:p>
          <a:endParaRPr lang="en-US"/>
        </a:p>
      </dgm:t>
    </dgm:pt>
    <dgm:pt modelId="{32593F19-48C3-45F5-A04B-9D6B0D2E9E06}" type="sibTrans" cxnId="{116896E3-D0CE-4605-BC6A-1CEEE8204613}">
      <dgm:prSet/>
      <dgm:spPr/>
      <dgm:t>
        <a:bodyPr/>
        <a:lstStyle/>
        <a:p>
          <a:endParaRPr lang="en-US"/>
        </a:p>
      </dgm:t>
    </dgm:pt>
    <dgm:pt modelId="{C944A91F-50D2-4093-90F0-A72950CBEFF7}">
      <dgm:prSet/>
      <dgm:spPr/>
      <dgm:t>
        <a:bodyPr/>
        <a:lstStyle/>
        <a:p>
          <a:r>
            <a:rPr lang="en-US" dirty="0"/>
            <a:t>Engaged with field staffs</a:t>
          </a:r>
        </a:p>
      </dgm:t>
    </dgm:pt>
    <dgm:pt modelId="{F19EE7C1-E6D3-4717-AB58-F88F08FFEE43}" type="parTrans" cxnId="{EC995592-9E27-43AC-852D-3112C132461E}">
      <dgm:prSet/>
      <dgm:spPr/>
      <dgm:t>
        <a:bodyPr/>
        <a:lstStyle/>
        <a:p>
          <a:endParaRPr lang="en-US"/>
        </a:p>
      </dgm:t>
    </dgm:pt>
    <dgm:pt modelId="{88165B1A-2390-4CD9-80E5-E875FD223736}" type="sibTrans" cxnId="{EC995592-9E27-43AC-852D-3112C132461E}">
      <dgm:prSet/>
      <dgm:spPr/>
      <dgm:t>
        <a:bodyPr/>
        <a:lstStyle/>
        <a:p>
          <a:endParaRPr lang="en-US"/>
        </a:p>
      </dgm:t>
    </dgm:pt>
    <dgm:pt modelId="{FA024BCC-9988-4102-8A5B-8D6CD2E662D4}" type="pres">
      <dgm:prSet presAssocID="{93CCDC1B-C7FD-4AA4-BA6F-5FC78AF26EB1}" presName="Name0" presStyleCnt="0">
        <dgm:presLayoutVars>
          <dgm:dir/>
          <dgm:resizeHandles val="exact"/>
        </dgm:presLayoutVars>
      </dgm:prSet>
      <dgm:spPr/>
    </dgm:pt>
    <dgm:pt modelId="{EA12C59D-9BA5-4268-9B59-6C2C07594868}" type="pres">
      <dgm:prSet presAssocID="{23517D72-E4DA-4279-8E2C-F85D26D8575A}" presName="compNode" presStyleCnt="0"/>
      <dgm:spPr/>
    </dgm:pt>
    <dgm:pt modelId="{02DAF7D1-3D3C-4940-A45F-B23694B2DAD6}" type="pres">
      <dgm:prSet presAssocID="{23517D72-E4DA-4279-8E2C-F85D26D8575A}" presName="pictRect" presStyleLbl="node1" presStyleIdx="0" presStyleCnt="5"/>
      <dgm:spPr>
        <a:blipFill>
          <a:blip xmlns:r="http://schemas.openxmlformats.org/officeDocument/2006/relationships" r:embed="rId1"/>
          <a:srcRect/>
          <a:stretch>
            <a:fillRect t="-8000" b="-8000"/>
          </a:stretch>
        </a:blipFill>
      </dgm:spPr>
    </dgm:pt>
    <dgm:pt modelId="{32CF8920-A840-4F77-B387-E8D4DF8FE71F}" type="pres">
      <dgm:prSet presAssocID="{23517D72-E4DA-4279-8E2C-F85D26D8575A}" presName="textRect" presStyleLbl="revTx" presStyleIdx="0" presStyleCnt="5">
        <dgm:presLayoutVars>
          <dgm:bulletEnabled val="1"/>
        </dgm:presLayoutVars>
      </dgm:prSet>
      <dgm:spPr/>
    </dgm:pt>
    <dgm:pt modelId="{8AD44FD1-A319-4B28-9DAD-01327B0EA442}" type="pres">
      <dgm:prSet presAssocID="{475592FA-8844-4240-9352-19A65FBF1298}" presName="sibTrans" presStyleLbl="sibTrans2D1" presStyleIdx="0" presStyleCnt="0"/>
      <dgm:spPr/>
    </dgm:pt>
    <dgm:pt modelId="{F062FE20-845D-4FD3-8F1F-E3068790FE82}" type="pres">
      <dgm:prSet presAssocID="{9FBB99DC-D23E-4262-9F4B-CF0454440CA9}" presName="compNode" presStyleCnt="0"/>
      <dgm:spPr/>
    </dgm:pt>
    <dgm:pt modelId="{1F0BF360-1823-4A8B-9C15-3ADD591B287E}" type="pres">
      <dgm:prSet presAssocID="{9FBB99DC-D23E-4262-9F4B-CF0454440CA9}" presName="pictRect" presStyleLbl="node1" presStyleIdx="1" presStyleCnt="5"/>
      <dgm:spPr>
        <a:blipFill>
          <a:blip xmlns:r="http://schemas.openxmlformats.org/officeDocument/2006/relationships" r:embed="rId2"/>
          <a:srcRect/>
          <a:stretch>
            <a:fillRect t="-5000" b="-5000"/>
          </a:stretch>
        </a:blipFill>
      </dgm:spPr>
    </dgm:pt>
    <dgm:pt modelId="{F5CB03FB-D0C0-4A7D-879B-8C76A3F59F06}" type="pres">
      <dgm:prSet presAssocID="{9FBB99DC-D23E-4262-9F4B-CF0454440CA9}" presName="textRect" presStyleLbl="revTx" presStyleIdx="1" presStyleCnt="5">
        <dgm:presLayoutVars>
          <dgm:bulletEnabled val="1"/>
        </dgm:presLayoutVars>
      </dgm:prSet>
      <dgm:spPr/>
    </dgm:pt>
    <dgm:pt modelId="{88465CC7-ADCD-4378-A7F0-D851D52FA538}" type="pres">
      <dgm:prSet presAssocID="{30DEC6C0-CC25-4C20-BF0E-2FA0C56853EB}" presName="sibTrans" presStyleLbl="sibTrans2D1" presStyleIdx="0" presStyleCnt="0"/>
      <dgm:spPr/>
    </dgm:pt>
    <dgm:pt modelId="{5B321DF4-BB3C-4736-A40E-86C23A8B7CAC}" type="pres">
      <dgm:prSet presAssocID="{3CC298D5-4BF0-4781-91CE-3CC8346DB0E1}" presName="compNode" presStyleCnt="0"/>
      <dgm:spPr/>
    </dgm:pt>
    <dgm:pt modelId="{81F5E00C-1F2C-4ADB-AAE5-4E75FE0060EE}" type="pres">
      <dgm:prSet presAssocID="{3CC298D5-4BF0-4781-91CE-3CC8346DB0E1}" presName="pictRect" presStyleLbl="node1" presStyleIdx="2" presStyleCnt="5"/>
      <dgm:spPr>
        <a:blipFill>
          <a:blip xmlns:r="http://schemas.openxmlformats.org/officeDocument/2006/relationships" r:embed="rId3"/>
          <a:srcRect/>
          <a:stretch>
            <a:fillRect l="-1000" r="-1000"/>
          </a:stretch>
        </a:blipFill>
      </dgm:spPr>
    </dgm:pt>
    <dgm:pt modelId="{8FF62F8D-46B4-40E0-9E33-1DFDE01EDE0C}" type="pres">
      <dgm:prSet presAssocID="{3CC298D5-4BF0-4781-91CE-3CC8346DB0E1}" presName="textRect" presStyleLbl="revTx" presStyleIdx="2" presStyleCnt="5">
        <dgm:presLayoutVars>
          <dgm:bulletEnabled val="1"/>
        </dgm:presLayoutVars>
      </dgm:prSet>
      <dgm:spPr/>
    </dgm:pt>
    <dgm:pt modelId="{8409FB40-495E-4670-9350-720020C37056}" type="pres">
      <dgm:prSet presAssocID="{B8C81DC2-5B87-41F4-B4AE-7485FDFA5C32}" presName="sibTrans" presStyleLbl="sibTrans2D1" presStyleIdx="0" presStyleCnt="0"/>
      <dgm:spPr/>
    </dgm:pt>
    <dgm:pt modelId="{85B5A191-EC6E-49FB-ACFB-4AD79CD362CB}" type="pres">
      <dgm:prSet presAssocID="{B5B9BC5B-2E8B-48EC-B110-68FB67C63937}" presName="compNode" presStyleCnt="0"/>
      <dgm:spPr/>
    </dgm:pt>
    <dgm:pt modelId="{B6E52866-90C8-408C-BDB2-91ECA0D23410}" type="pres">
      <dgm:prSet presAssocID="{B5B9BC5B-2E8B-48EC-B110-68FB67C63937}" presName="pictRect" presStyleLbl="node1" presStyleIdx="3" presStyleCnt="5"/>
      <dgm:spPr>
        <a:blipFill>
          <a:blip xmlns:r="http://schemas.openxmlformats.org/officeDocument/2006/relationships" r:embed="rId4"/>
          <a:srcRect/>
          <a:stretch>
            <a:fillRect t="-6000" b="-6000"/>
          </a:stretch>
        </a:blipFill>
      </dgm:spPr>
    </dgm:pt>
    <dgm:pt modelId="{5CC20EF0-DA58-4AC5-97AA-C61B757D745D}" type="pres">
      <dgm:prSet presAssocID="{B5B9BC5B-2E8B-48EC-B110-68FB67C63937}" presName="textRect" presStyleLbl="revTx" presStyleIdx="3" presStyleCnt="5">
        <dgm:presLayoutVars>
          <dgm:bulletEnabled val="1"/>
        </dgm:presLayoutVars>
      </dgm:prSet>
      <dgm:spPr/>
    </dgm:pt>
    <dgm:pt modelId="{E786CE07-7CF0-422B-B98F-1F3287715E32}" type="pres">
      <dgm:prSet presAssocID="{32593F19-48C3-45F5-A04B-9D6B0D2E9E06}" presName="sibTrans" presStyleLbl="sibTrans2D1" presStyleIdx="0" presStyleCnt="0"/>
      <dgm:spPr/>
    </dgm:pt>
    <dgm:pt modelId="{F88BAF02-1D44-40D3-AAE2-05B1BE4BBAC8}" type="pres">
      <dgm:prSet presAssocID="{C944A91F-50D2-4093-90F0-A72950CBEFF7}" presName="compNode" presStyleCnt="0"/>
      <dgm:spPr/>
    </dgm:pt>
    <dgm:pt modelId="{01666366-4848-416D-8430-CD75CCA30EAD}" type="pres">
      <dgm:prSet presAssocID="{C944A91F-50D2-4093-90F0-A72950CBEFF7}" presName="pictRect" presStyleLbl="node1" presStyleIdx="4" presStyleCnt="5"/>
      <dgm:spPr>
        <a:blipFill>
          <a:blip xmlns:r="http://schemas.openxmlformats.org/officeDocument/2006/relationships" r:embed="rId5"/>
          <a:srcRect/>
          <a:stretch>
            <a:fillRect t="-26000" b="-26000"/>
          </a:stretch>
        </a:blipFill>
      </dgm:spPr>
    </dgm:pt>
    <dgm:pt modelId="{DDDAD8D0-E3D4-4A81-A439-ACF5BF1CE4FA}" type="pres">
      <dgm:prSet presAssocID="{C944A91F-50D2-4093-90F0-A72950CBEFF7}" presName="textRect" presStyleLbl="revTx" presStyleIdx="4" presStyleCnt="5">
        <dgm:presLayoutVars>
          <dgm:bulletEnabled val="1"/>
        </dgm:presLayoutVars>
      </dgm:prSet>
      <dgm:spPr/>
    </dgm:pt>
  </dgm:ptLst>
  <dgm:cxnLst>
    <dgm:cxn modelId="{50DC601B-2FD6-4C12-B963-CFAADEEC7122}" type="presOf" srcId="{30DEC6C0-CC25-4C20-BF0E-2FA0C56853EB}" destId="{88465CC7-ADCD-4378-A7F0-D851D52FA538}" srcOrd="0" destOrd="0" presId="urn:microsoft.com/office/officeart/2005/8/layout/pList1"/>
    <dgm:cxn modelId="{36CB0561-493B-4C59-84F8-3EE3CA131E9D}" type="presOf" srcId="{B5B9BC5B-2E8B-48EC-B110-68FB67C63937}" destId="{5CC20EF0-DA58-4AC5-97AA-C61B757D745D}" srcOrd="0" destOrd="0" presId="urn:microsoft.com/office/officeart/2005/8/layout/pList1"/>
    <dgm:cxn modelId="{47EE6B4E-C8CA-4731-8A63-54337169DB53}" type="presOf" srcId="{B8C81DC2-5B87-41F4-B4AE-7485FDFA5C32}" destId="{8409FB40-495E-4670-9350-720020C37056}" srcOrd="0" destOrd="0" presId="urn:microsoft.com/office/officeart/2005/8/layout/pList1"/>
    <dgm:cxn modelId="{99FADC87-C3CE-482E-8757-3BA6DD04E392}" type="presOf" srcId="{475592FA-8844-4240-9352-19A65FBF1298}" destId="{8AD44FD1-A319-4B28-9DAD-01327B0EA442}" srcOrd="0" destOrd="0" presId="urn:microsoft.com/office/officeart/2005/8/layout/pList1"/>
    <dgm:cxn modelId="{EC995592-9E27-43AC-852D-3112C132461E}" srcId="{93CCDC1B-C7FD-4AA4-BA6F-5FC78AF26EB1}" destId="{C944A91F-50D2-4093-90F0-A72950CBEFF7}" srcOrd="4" destOrd="0" parTransId="{F19EE7C1-E6D3-4717-AB58-F88F08FFEE43}" sibTransId="{88165B1A-2390-4CD9-80E5-E875FD223736}"/>
    <dgm:cxn modelId="{01C6949E-1631-4313-AF0C-B6B545F27BE7}" srcId="{93CCDC1B-C7FD-4AA4-BA6F-5FC78AF26EB1}" destId="{3CC298D5-4BF0-4781-91CE-3CC8346DB0E1}" srcOrd="2" destOrd="0" parTransId="{66E4A2C5-D5A3-4F1E-AE74-2D23A8C1AE4D}" sibTransId="{B8C81DC2-5B87-41F4-B4AE-7485FDFA5C32}"/>
    <dgm:cxn modelId="{B183D1A0-88A1-400E-9927-C962FCDFA315}" type="presOf" srcId="{23517D72-E4DA-4279-8E2C-F85D26D8575A}" destId="{32CF8920-A840-4F77-B387-E8D4DF8FE71F}" srcOrd="0" destOrd="0" presId="urn:microsoft.com/office/officeart/2005/8/layout/pList1"/>
    <dgm:cxn modelId="{1C58AAA4-ADB2-4B2A-8387-3E1C7887FA3A}" type="presOf" srcId="{93CCDC1B-C7FD-4AA4-BA6F-5FC78AF26EB1}" destId="{FA024BCC-9988-4102-8A5B-8D6CD2E662D4}" srcOrd="0" destOrd="0" presId="urn:microsoft.com/office/officeart/2005/8/layout/pList1"/>
    <dgm:cxn modelId="{E9DAE0AD-4ED5-4AAC-B7AD-CD2DE8CC4399}" type="presOf" srcId="{C944A91F-50D2-4093-90F0-A72950CBEFF7}" destId="{DDDAD8D0-E3D4-4A81-A439-ACF5BF1CE4FA}" srcOrd="0" destOrd="0" presId="urn:microsoft.com/office/officeart/2005/8/layout/pList1"/>
    <dgm:cxn modelId="{43F4FDAE-0338-4B9B-92E2-ADF9FF5DDE67}" type="presOf" srcId="{9FBB99DC-D23E-4262-9F4B-CF0454440CA9}" destId="{F5CB03FB-D0C0-4A7D-879B-8C76A3F59F06}" srcOrd="0" destOrd="0" presId="urn:microsoft.com/office/officeart/2005/8/layout/pList1"/>
    <dgm:cxn modelId="{EFF4DBB2-1D98-4ED0-85BA-1D9D8C6C9F00}" type="presOf" srcId="{32593F19-48C3-45F5-A04B-9D6B0D2E9E06}" destId="{E786CE07-7CF0-422B-B98F-1F3287715E32}" srcOrd="0" destOrd="0" presId="urn:microsoft.com/office/officeart/2005/8/layout/pList1"/>
    <dgm:cxn modelId="{E72D80DB-5EA4-4654-9F97-F7FC76037A6D}" type="presOf" srcId="{3CC298D5-4BF0-4781-91CE-3CC8346DB0E1}" destId="{8FF62F8D-46B4-40E0-9E33-1DFDE01EDE0C}" srcOrd="0" destOrd="0" presId="urn:microsoft.com/office/officeart/2005/8/layout/pList1"/>
    <dgm:cxn modelId="{116896E3-D0CE-4605-BC6A-1CEEE8204613}" srcId="{93CCDC1B-C7FD-4AA4-BA6F-5FC78AF26EB1}" destId="{B5B9BC5B-2E8B-48EC-B110-68FB67C63937}" srcOrd="3" destOrd="0" parTransId="{D25EFCDB-4BBA-4D2B-AF90-9BEF98918D99}" sibTransId="{32593F19-48C3-45F5-A04B-9D6B0D2E9E06}"/>
    <dgm:cxn modelId="{E37340E5-629A-47A1-B900-724BAC78B892}" srcId="{93CCDC1B-C7FD-4AA4-BA6F-5FC78AF26EB1}" destId="{9FBB99DC-D23E-4262-9F4B-CF0454440CA9}" srcOrd="1" destOrd="0" parTransId="{F1E8DEE4-E3EF-40CF-A0F2-6B659D513DCB}" sibTransId="{30DEC6C0-CC25-4C20-BF0E-2FA0C56853EB}"/>
    <dgm:cxn modelId="{E8E922EF-F41F-4D37-AD23-9AF84B00B890}" srcId="{93CCDC1B-C7FD-4AA4-BA6F-5FC78AF26EB1}" destId="{23517D72-E4DA-4279-8E2C-F85D26D8575A}" srcOrd="0" destOrd="0" parTransId="{6A957480-001F-4A42-BCFF-2AB4CE8684CE}" sibTransId="{475592FA-8844-4240-9352-19A65FBF1298}"/>
    <dgm:cxn modelId="{B6EC5637-C220-430C-BE13-9BA6A8E352B4}" type="presParOf" srcId="{FA024BCC-9988-4102-8A5B-8D6CD2E662D4}" destId="{EA12C59D-9BA5-4268-9B59-6C2C07594868}" srcOrd="0" destOrd="0" presId="urn:microsoft.com/office/officeart/2005/8/layout/pList1"/>
    <dgm:cxn modelId="{B7595FD6-9BAD-4646-8EB5-93B5336FF93B}" type="presParOf" srcId="{EA12C59D-9BA5-4268-9B59-6C2C07594868}" destId="{02DAF7D1-3D3C-4940-A45F-B23694B2DAD6}" srcOrd="0" destOrd="0" presId="urn:microsoft.com/office/officeart/2005/8/layout/pList1"/>
    <dgm:cxn modelId="{6C3B7307-1751-466F-8B3C-0638488B0275}" type="presParOf" srcId="{EA12C59D-9BA5-4268-9B59-6C2C07594868}" destId="{32CF8920-A840-4F77-B387-E8D4DF8FE71F}" srcOrd="1" destOrd="0" presId="urn:microsoft.com/office/officeart/2005/8/layout/pList1"/>
    <dgm:cxn modelId="{B5B26828-4754-434B-87E3-2512B2CE0D35}" type="presParOf" srcId="{FA024BCC-9988-4102-8A5B-8D6CD2E662D4}" destId="{8AD44FD1-A319-4B28-9DAD-01327B0EA442}" srcOrd="1" destOrd="0" presId="urn:microsoft.com/office/officeart/2005/8/layout/pList1"/>
    <dgm:cxn modelId="{C7E78685-CCF2-4FAE-BF2E-D324E816E253}" type="presParOf" srcId="{FA024BCC-9988-4102-8A5B-8D6CD2E662D4}" destId="{F062FE20-845D-4FD3-8F1F-E3068790FE82}" srcOrd="2" destOrd="0" presId="urn:microsoft.com/office/officeart/2005/8/layout/pList1"/>
    <dgm:cxn modelId="{F15DFB17-6128-4D40-9426-CE54D89EDBFC}" type="presParOf" srcId="{F062FE20-845D-4FD3-8F1F-E3068790FE82}" destId="{1F0BF360-1823-4A8B-9C15-3ADD591B287E}" srcOrd="0" destOrd="0" presId="urn:microsoft.com/office/officeart/2005/8/layout/pList1"/>
    <dgm:cxn modelId="{7AC67FDC-2304-4138-A5B1-63EBA9759F96}" type="presParOf" srcId="{F062FE20-845D-4FD3-8F1F-E3068790FE82}" destId="{F5CB03FB-D0C0-4A7D-879B-8C76A3F59F06}" srcOrd="1" destOrd="0" presId="urn:microsoft.com/office/officeart/2005/8/layout/pList1"/>
    <dgm:cxn modelId="{BB888125-337B-4E27-BF4E-055FC29D1A91}" type="presParOf" srcId="{FA024BCC-9988-4102-8A5B-8D6CD2E662D4}" destId="{88465CC7-ADCD-4378-A7F0-D851D52FA538}" srcOrd="3" destOrd="0" presId="urn:microsoft.com/office/officeart/2005/8/layout/pList1"/>
    <dgm:cxn modelId="{3569181D-F8CC-4B2D-BDE7-03A0782D9A5F}" type="presParOf" srcId="{FA024BCC-9988-4102-8A5B-8D6CD2E662D4}" destId="{5B321DF4-BB3C-4736-A40E-86C23A8B7CAC}" srcOrd="4" destOrd="0" presId="urn:microsoft.com/office/officeart/2005/8/layout/pList1"/>
    <dgm:cxn modelId="{810A7902-6648-4154-95CD-C47FD2BDF52A}" type="presParOf" srcId="{5B321DF4-BB3C-4736-A40E-86C23A8B7CAC}" destId="{81F5E00C-1F2C-4ADB-AAE5-4E75FE0060EE}" srcOrd="0" destOrd="0" presId="urn:microsoft.com/office/officeart/2005/8/layout/pList1"/>
    <dgm:cxn modelId="{24E98942-DE2F-4D09-ABE8-684D8051C5B7}" type="presParOf" srcId="{5B321DF4-BB3C-4736-A40E-86C23A8B7CAC}" destId="{8FF62F8D-46B4-40E0-9E33-1DFDE01EDE0C}" srcOrd="1" destOrd="0" presId="urn:microsoft.com/office/officeart/2005/8/layout/pList1"/>
    <dgm:cxn modelId="{AEE70A1E-C525-4151-9F78-C5EF6814622E}" type="presParOf" srcId="{FA024BCC-9988-4102-8A5B-8D6CD2E662D4}" destId="{8409FB40-495E-4670-9350-720020C37056}" srcOrd="5" destOrd="0" presId="urn:microsoft.com/office/officeart/2005/8/layout/pList1"/>
    <dgm:cxn modelId="{0F458979-5691-4F97-9F0D-384FF61E6366}" type="presParOf" srcId="{FA024BCC-9988-4102-8A5B-8D6CD2E662D4}" destId="{85B5A191-EC6E-49FB-ACFB-4AD79CD362CB}" srcOrd="6" destOrd="0" presId="urn:microsoft.com/office/officeart/2005/8/layout/pList1"/>
    <dgm:cxn modelId="{63BF1E9E-0D9F-4E0D-A3EA-CAACE04B8407}" type="presParOf" srcId="{85B5A191-EC6E-49FB-ACFB-4AD79CD362CB}" destId="{B6E52866-90C8-408C-BDB2-91ECA0D23410}" srcOrd="0" destOrd="0" presId="urn:microsoft.com/office/officeart/2005/8/layout/pList1"/>
    <dgm:cxn modelId="{BE6D6CD3-1FE2-459E-9EFA-9E0DF40DCE60}" type="presParOf" srcId="{85B5A191-EC6E-49FB-ACFB-4AD79CD362CB}" destId="{5CC20EF0-DA58-4AC5-97AA-C61B757D745D}" srcOrd="1" destOrd="0" presId="urn:microsoft.com/office/officeart/2005/8/layout/pList1"/>
    <dgm:cxn modelId="{69351896-3445-4D75-A748-3A6893489F73}" type="presParOf" srcId="{FA024BCC-9988-4102-8A5B-8D6CD2E662D4}" destId="{E786CE07-7CF0-422B-B98F-1F3287715E32}" srcOrd="7" destOrd="0" presId="urn:microsoft.com/office/officeart/2005/8/layout/pList1"/>
    <dgm:cxn modelId="{DA966586-BB75-49C4-B521-618B53454C86}" type="presParOf" srcId="{FA024BCC-9988-4102-8A5B-8D6CD2E662D4}" destId="{F88BAF02-1D44-40D3-AAE2-05B1BE4BBAC8}" srcOrd="8" destOrd="0" presId="urn:microsoft.com/office/officeart/2005/8/layout/pList1"/>
    <dgm:cxn modelId="{D70BDCE2-20AF-4A19-9C85-70B487DD5308}" type="presParOf" srcId="{F88BAF02-1D44-40D3-AAE2-05B1BE4BBAC8}" destId="{01666366-4848-416D-8430-CD75CCA30EAD}" srcOrd="0" destOrd="0" presId="urn:microsoft.com/office/officeart/2005/8/layout/pList1"/>
    <dgm:cxn modelId="{4ABECAED-CC9F-4B82-B334-93F12371C823}" type="presParOf" srcId="{F88BAF02-1D44-40D3-AAE2-05B1BE4BBAC8}" destId="{DDDAD8D0-E3D4-4A81-A439-ACF5BF1CE4FA}"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3CCDC1B-C7FD-4AA4-BA6F-5FC78AF26EB1}"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23517D72-E4DA-4279-8E2C-F85D26D8575A}">
      <dgm:prSet phldrT="[Text]"/>
      <dgm:spPr/>
      <dgm:t>
        <a:bodyPr/>
        <a:lstStyle/>
        <a:p>
          <a:r>
            <a:rPr lang="en-US" b="1" dirty="0"/>
            <a:t>conducted  outreaches on weekly bases </a:t>
          </a:r>
        </a:p>
      </dgm:t>
    </dgm:pt>
    <dgm:pt modelId="{6A957480-001F-4A42-BCFF-2AB4CE8684CE}" type="parTrans" cxnId="{E8E922EF-F41F-4D37-AD23-9AF84B00B890}">
      <dgm:prSet/>
      <dgm:spPr/>
      <dgm:t>
        <a:bodyPr/>
        <a:lstStyle/>
        <a:p>
          <a:endParaRPr lang="en-US"/>
        </a:p>
      </dgm:t>
    </dgm:pt>
    <dgm:pt modelId="{475592FA-8844-4240-9352-19A65FBF1298}" type="sibTrans" cxnId="{E8E922EF-F41F-4D37-AD23-9AF84B00B890}">
      <dgm:prSet/>
      <dgm:spPr/>
      <dgm:t>
        <a:bodyPr/>
        <a:lstStyle/>
        <a:p>
          <a:endParaRPr lang="en-US"/>
        </a:p>
      </dgm:t>
    </dgm:pt>
    <dgm:pt modelId="{9FBB99DC-D23E-4262-9F4B-CF0454440CA9}">
      <dgm:prSet phldrT="[Text]"/>
      <dgm:spPr/>
      <dgm:t>
        <a:bodyPr/>
        <a:lstStyle/>
        <a:p>
          <a:r>
            <a:rPr lang="en-US" b="1" dirty="0"/>
            <a:t>participated in hospital  auditing </a:t>
          </a:r>
        </a:p>
      </dgm:t>
    </dgm:pt>
    <dgm:pt modelId="{F1E8DEE4-E3EF-40CF-A0F2-6B659D513DCB}" type="parTrans" cxnId="{E37340E5-629A-47A1-B900-724BAC78B892}">
      <dgm:prSet/>
      <dgm:spPr/>
      <dgm:t>
        <a:bodyPr/>
        <a:lstStyle/>
        <a:p>
          <a:endParaRPr lang="en-US"/>
        </a:p>
      </dgm:t>
    </dgm:pt>
    <dgm:pt modelId="{30DEC6C0-CC25-4C20-BF0E-2FA0C56853EB}" type="sibTrans" cxnId="{E37340E5-629A-47A1-B900-724BAC78B892}">
      <dgm:prSet/>
      <dgm:spPr/>
      <dgm:t>
        <a:bodyPr/>
        <a:lstStyle/>
        <a:p>
          <a:endParaRPr lang="en-US"/>
        </a:p>
      </dgm:t>
    </dgm:pt>
    <dgm:pt modelId="{3CC298D5-4BF0-4781-91CE-3CC8346DB0E1}">
      <dgm:prSet phldrT="[Text]"/>
      <dgm:spPr/>
      <dgm:t>
        <a:bodyPr/>
        <a:lstStyle/>
        <a:p>
          <a:r>
            <a:rPr lang="en-US" b="1" dirty="0"/>
            <a:t>participated in hospital weekly reporting of maternal ,parental, death surveillance and response</a:t>
          </a:r>
        </a:p>
      </dgm:t>
    </dgm:pt>
    <dgm:pt modelId="{66E4A2C5-D5A3-4F1E-AE74-2D23A8C1AE4D}" type="parTrans" cxnId="{01C6949E-1631-4313-AF0C-B6B545F27BE7}">
      <dgm:prSet/>
      <dgm:spPr/>
      <dgm:t>
        <a:bodyPr/>
        <a:lstStyle/>
        <a:p>
          <a:endParaRPr lang="en-US"/>
        </a:p>
      </dgm:t>
    </dgm:pt>
    <dgm:pt modelId="{B8C81DC2-5B87-41F4-B4AE-7485FDFA5C32}" type="sibTrans" cxnId="{01C6949E-1631-4313-AF0C-B6B545F27BE7}">
      <dgm:prSet/>
      <dgm:spPr/>
      <dgm:t>
        <a:bodyPr/>
        <a:lstStyle/>
        <a:p>
          <a:endParaRPr lang="en-US"/>
        </a:p>
      </dgm:t>
    </dgm:pt>
    <dgm:pt modelId="{B5B9BC5B-2E8B-48EC-B110-68FB67C63937}">
      <dgm:prSet phldrT="[Text]"/>
      <dgm:spPr/>
      <dgm:t>
        <a:bodyPr/>
        <a:lstStyle/>
        <a:p>
          <a:r>
            <a:rPr lang="en-US" b="1" dirty="0"/>
            <a:t>Participated in child health weekdays for immunization, deworming vitamin supplement, health education </a:t>
          </a:r>
        </a:p>
      </dgm:t>
    </dgm:pt>
    <dgm:pt modelId="{D25EFCDB-4BBA-4D2B-AF90-9BEF98918D99}" type="parTrans" cxnId="{116896E3-D0CE-4605-BC6A-1CEEE8204613}">
      <dgm:prSet/>
      <dgm:spPr/>
      <dgm:t>
        <a:bodyPr/>
        <a:lstStyle/>
        <a:p>
          <a:endParaRPr lang="en-US"/>
        </a:p>
      </dgm:t>
    </dgm:pt>
    <dgm:pt modelId="{32593F19-48C3-45F5-A04B-9D6B0D2E9E06}" type="sibTrans" cxnId="{116896E3-D0CE-4605-BC6A-1CEEE8204613}">
      <dgm:prSet/>
      <dgm:spPr/>
      <dgm:t>
        <a:bodyPr/>
        <a:lstStyle/>
        <a:p>
          <a:endParaRPr lang="en-US"/>
        </a:p>
      </dgm:t>
    </dgm:pt>
    <dgm:pt modelId="{C944A91F-50D2-4093-90F0-A72950CBEFF7}">
      <dgm:prSet/>
      <dgm:spPr/>
      <dgm:t>
        <a:bodyPr/>
        <a:lstStyle/>
        <a:p>
          <a:r>
            <a:rPr lang="en-US" b="1" dirty="0"/>
            <a:t>Conducted health education  at the hospital and in field </a:t>
          </a:r>
        </a:p>
      </dgm:t>
    </dgm:pt>
    <dgm:pt modelId="{F19EE7C1-E6D3-4717-AB58-F88F08FFEE43}" type="parTrans" cxnId="{EC995592-9E27-43AC-852D-3112C132461E}">
      <dgm:prSet/>
      <dgm:spPr/>
      <dgm:t>
        <a:bodyPr/>
        <a:lstStyle/>
        <a:p>
          <a:endParaRPr lang="en-US"/>
        </a:p>
      </dgm:t>
    </dgm:pt>
    <dgm:pt modelId="{88165B1A-2390-4CD9-80E5-E875FD223736}" type="sibTrans" cxnId="{EC995592-9E27-43AC-852D-3112C132461E}">
      <dgm:prSet/>
      <dgm:spPr/>
      <dgm:t>
        <a:bodyPr/>
        <a:lstStyle/>
        <a:p>
          <a:endParaRPr lang="en-US"/>
        </a:p>
      </dgm:t>
    </dgm:pt>
    <dgm:pt modelId="{FA024BCC-9988-4102-8A5B-8D6CD2E662D4}" type="pres">
      <dgm:prSet presAssocID="{93CCDC1B-C7FD-4AA4-BA6F-5FC78AF26EB1}" presName="Name0" presStyleCnt="0">
        <dgm:presLayoutVars>
          <dgm:dir/>
          <dgm:resizeHandles val="exact"/>
        </dgm:presLayoutVars>
      </dgm:prSet>
      <dgm:spPr/>
    </dgm:pt>
    <dgm:pt modelId="{EA12C59D-9BA5-4268-9B59-6C2C07594868}" type="pres">
      <dgm:prSet presAssocID="{23517D72-E4DA-4279-8E2C-F85D26D8575A}" presName="compNode" presStyleCnt="0"/>
      <dgm:spPr/>
    </dgm:pt>
    <dgm:pt modelId="{02DAF7D1-3D3C-4940-A45F-B23694B2DAD6}" type="pres">
      <dgm:prSet presAssocID="{23517D72-E4DA-4279-8E2C-F85D26D8575A}" presName="pictRect" presStyleLbl="node1" presStyleIdx="0" presStyleCnt="5"/>
      <dgm:spPr>
        <a:blipFill>
          <a:blip xmlns:r="http://schemas.openxmlformats.org/officeDocument/2006/relationships" r:embed="rId1"/>
          <a:srcRect/>
          <a:stretch>
            <a:fillRect l="-7000" r="-7000"/>
          </a:stretch>
        </a:blipFill>
      </dgm:spPr>
    </dgm:pt>
    <dgm:pt modelId="{32CF8920-A840-4F77-B387-E8D4DF8FE71F}" type="pres">
      <dgm:prSet presAssocID="{23517D72-E4DA-4279-8E2C-F85D26D8575A}" presName="textRect" presStyleLbl="revTx" presStyleIdx="0" presStyleCnt="5">
        <dgm:presLayoutVars>
          <dgm:bulletEnabled val="1"/>
        </dgm:presLayoutVars>
      </dgm:prSet>
      <dgm:spPr/>
    </dgm:pt>
    <dgm:pt modelId="{8AD44FD1-A319-4B28-9DAD-01327B0EA442}" type="pres">
      <dgm:prSet presAssocID="{475592FA-8844-4240-9352-19A65FBF1298}" presName="sibTrans" presStyleLbl="sibTrans2D1" presStyleIdx="0" presStyleCnt="0"/>
      <dgm:spPr/>
    </dgm:pt>
    <dgm:pt modelId="{F062FE20-845D-4FD3-8F1F-E3068790FE82}" type="pres">
      <dgm:prSet presAssocID="{9FBB99DC-D23E-4262-9F4B-CF0454440CA9}" presName="compNode" presStyleCnt="0"/>
      <dgm:spPr/>
    </dgm:pt>
    <dgm:pt modelId="{1F0BF360-1823-4A8B-9C15-3ADD591B287E}" type="pres">
      <dgm:prSet presAssocID="{9FBB99DC-D23E-4262-9F4B-CF0454440CA9}" presName="pictRect" presStyleLbl="node1" presStyleIdx="1" presStyleCnt="5"/>
      <dgm:spPr>
        <a:blipFill>
          <a:blip xmlns:r="http://schemas.openxmlformats.org/officeDocument/2006/relationships" r:embed="rId2"/>
          <a:srcRect/>
          <a:stretch>
            <a:fillRect t="-6000" b="-6000"/>
          </a:stretch>
        </a:blipFill>
      </dgm:spPr>
    </dgm:pt>
    <dgm:pt modelId="{F5CB03FB-D0C0-4A7D-879B-8C76A3F59F06}" type="pres">
      <dgm:prSet presAssocID="{9FBB99DC-D23E-4262-9F4B-CF0454440CA9}" presName="textRect" presStyleLbl="revTx" presStyleIdx="1" presStyleCnt="5">
        <dgm:presLayoutVars>
          <dgm:bulletEnabled val="1"/>
        </dgm:presLayoutVars>
      </dgm:prSet>
      <dgm:spPr/>
    </dgm:pt>
    <dgm:pt modelId="{88465CC7-ADCD-4378-A7F0-D851D52FA538}" type="pres">
      <dgm:prSet presAssocID="{30DEC6C0-CC25-4C20-BF0E-2FA0C56853EB}" presName="sibTrans" presStyleLbl="sibTrans2D1" presStyleIdx="0" presStyleCnt="0"/>
      <dgm:spPr/>
    </dgm:pt>
    <dgm:pt modelId="{5B321DF4-BB3C-4736-A40E-86C23A8B7CAC}" type="pres">
      <dgm:prSet presAssocID="{3CC298D5-4BF0-4781-91CE-3CC8346DB0E1}" presName="compNode" presStyleCnt="0"/>
      <dgm:spPr/>
    </dgm:pt>
    <dgm:pt modelId="{81F5E00C-1F2C-4ADB-AAE5-4E75FE0060EE}" type="pres">
      <dgm:prSet presAssocID="{3CC298D5-4BF0-4781-91CE-3CC8346DB0E1}" presName="pictRect" presStyleLbl="node1" presStyleIdx="2" presStyleCnt="5"/>
      <dgm:spPr>
        <a:blipFill>
          <a:blip xmlns:r="http://schemas.openxmlformats.org/officeDocument/2006/relationships" r:embed="rId2"/>
          <a:srcRect/>
          <a:stretch>
            <a:fillRect t="-6000" b="-6000"/>
          </a:stretch>
        </a:blipFill>
      </dgm:spPr>
    </dgm:pt>
    <dgm:pt modelId="{8FF62F8D-46B4-40E0-9E33-1DFDE01EDE0C}" type="pres">
      <dgm:prSet presAssocID="{3CC298D5-4BF0-4781-91CE-3CC8346DB0E1}" presName="textRect" presStyleLbl="revTx" presStyleIdx="2" presStyleCnt="5">
        <dgm:presLayoutVars>
          <dgm:bulletEnabled val="1"/>
        </dgm:presLayoutVars>
      </dgm:prSet>
      <dgm:spPr/>
    </dgm:pt>
    <dgm:pt modelId="{8409FB40-495E-4670-9350-720020C37056}" type="pres">
      <dgm:prSet presAssocID="{B8C81DC2-5B87-41F4-B4AE-7485FDFA5C32}" presName="sibTrans" presStyleLbl="sibTrans2D1" presStyleIdx="0" presStyleCnt="0"/>
      <dgm:spPr/>
    </dgm:pt>
    <dgm:pt modelId="{85B5A191-EC6E-49FB-ACFB-4AD79CD362CB}" type="pres">
      <dgm:prSet presAssocID="{B5B9BC5B-2E8B-48EC-B110-68FB67C63937}" presName="compNode" presStyleCnt="0"/>
      <dgm:spPr/>
    </dgm:pt>
    <dgm:pt modelId="{B6E52866-90C8-408C-BDB2-91ECA0D23410}" type="pres">
      <dgm:prSet presAssocID="{B5B9BC5B-2E8B-48EC-B110-68FB67C63937}" presName="pictRect" presStyleLbl="node1" presStyleIdx="3" presStyleCnt="5"/>
      <dgm:spPr>
        <a:blipFill>
          <a:blip xmlns:r="http://schemas.openxmlformats.org/officeDocument/2006/relationships" r:embed="rId3"/>
          <a:srcRect/>
          <a:stretch>
            <a:fillRect t="-4000" b="-4000"/>
          </a:stretch>
        </a:blipFill>
      </dgm:spPr>
    </dgm:pt>
    <dgm:pt modelId="{5CC20EF0-DA58-4AC5-97AA-C61B757D745D}" type="pres">
      <dgm:prSet presAssocID="{B5B9BC5B-2E8B-48EC-B110-68FB67C63937}" presName="textRect" presStyleLbl="revTx" presStyleIdx="3" presStyleCnt="5">
        <dgm:presLayoutVars>
          <dgm:bulletEnabled val="1"/>
        </dgm:presLayoutVars>
      </dgm:prSet>
      <dgm:spPr/>
    </dgm:pt>
    <dgm:pt modelId="{E786CE07-7CF0-422B-B98F-1F3287715E32}" type="pres">
      <dgm:prSet presAssocID="{32593F19-48C3-45F5-A04B-9D6B0D2E9E06}" presName="sibTrans" presStyleLbl="sibTrans2D1" presStyleIdx="0" presStyleCnt="0"/>
      <dgm:spPr/>
    </dgm:pt>
    <dgm:pt modelId="{F88BAF02-1D44-40D3-AAE2-05B1BE4BBAC8}" type="pres">
      <dgm:prSet presAssocID="{C944A91F-50D2-4093-90F0-A72950CBEFF7}" presName="compNode" presStyleCnt="0"/>
      <dgm:spPr/>
    </dgm:pt>
    <dgm:pt modelId="{01666366-4848-416D-8430-CD75CCA30EAD}" type="pres">
      <dgm:prSet presAssocID="{C944A91F-50D2-4093-90F0-A72950CBEFF7}" presName="pictRect" presStyleLbl="node1" presStyleIdx="4" presStyleCnt="5"/>
      <dgm:spPr>
        <a:blipFill>
          <a:blip xmlns:r="http://schemas.openxmlformats.org/officeDocument/2006/relationships" r:embed="rId4"/>
          <a:srcRect/>
          <a:stretch>
            <a:fillRect t="-8000" b="-8000"/>
          </a:stretch>
        </a:blipFill>
      </dgm:spPr>
    </dgm:pt>
    <dgm:pt modelId="{DDDAD8D0-E3D4-4A81-A439-ACF5BF1CE4FA}" type="pres">
      <dgm:prSet presAssocID="{C944A91F-50D2-4093-90F0-A72950CBEFF7}" presName="textRect" presStyleLbl="revTx" presStyleIdx="4" presStyleCnt="5">
        <dgm:presLayoutVars>
          <dgm:bulletEnabled val="1"/>
        </dgm:presLayoutVars>
      </dgm:prSet>
      <dgm:spPr/>
    </dgm:pt>
  </dgm:ptLst>
  <dgm:cxnLst>
    <dgm:cxn modelId="{50DC601B-2FD6-4C12-B963-CFAADEEC7122}" type="presOf" srcId="{30DEC6C0-CC25-4C20-BF0E-2FA0C56853EB}" destId="{88465CC7-ADCD-4378-A7F0-D851D52FA538}" srcOrd="0" destOrd="0" presId="urn:microsoft.com/office/officeart/2005/8/layout/pList1"/>
    <dgm:cxn modelId="{36CB0561-493B-4C59-84F8-3EE3CA131E9D}" type="presOf" srcId="{B5B9BC5B-2E8B-48EC-B110-68FB67C63937}" destId="{5CC20EF0-DA58-4AC5-97AA-C61B757D745D}" srcOrd="0" destOrd="0" presId="urn:microsoft.com/office/officeart/2005/8/layout/pList1"/>
    <dgm:cxn modelId="{47EE6B4E-C8CA-4731-8A63-54337169DB53}" type="presOf" srcId="{B8C81DC2-5B87-41F4-B4AE-7485FDFA5C32}" destId="{8409FB40-495E-4670-9350-720020C37056}" srcOrd="0" destOrd="0" presId="urn:microsoft.com/office/officeart/2005/8/layout/pList1"/>
    <dgm:cxn modelId="{99FADC87-C3CE-482E-8757-3BA6DD04E392}" type="presOf" srcId="{475592FA-8844-4240-9352-19A65FBF1298}" destId="{8AD44FD1-A319-4B28-9DAD-01327B0EA442}" srcOrd="0" destOrd="0" presId="urn:microsoft.com/office/officeart/2005/8/layout/pList1"/>
    <dgm:cxn modelId="{EC995592-9E27-43AC-852D-3112C132461E}" srcId="{93CCDC1B-C7FD-4AA4-BA6F-5FC78AF26EB1}" destId="{C944A91F-50D2-4093-90F0-A72950CBEFF7}" srcOrd="4" destOrd="0" parTransId="{F19EE7C1-E6D3-4717-AB58-F88F08FFEE43}" sibTransId="{88165B1A-2390-4CD9-80E5-E875FD223736}"/>
    <dgm:cxn modelId="{01C6949E-1631-4313-AF0C-B6B545F27BE7}" srcId="{93CCDC1B-C7FD-4AA4-BA6F-5FC78AF26EB1}" destId="{3CC298D5-4BF0-4781-91CE-3CC8346DB0E1}" srcOrd="2" destOrd="0" parTransId="{66E4A2C5-D5A3-4F1E-AE74-2D23A8C1AE4D}" sibTransId="{B8C81DC2-5B87-41F4-B4AE-7485FDFA5C32}"/>
    <dgm:cxn modelId="{B183D1A0-88A1-400E-9927-C962FCDFA315}" type="presOf" srcId="{23517D72-E4DA-4279-8E2C-F85D26D8575A}" destId="{32CF8920-A840-4F77-B387-E8D4DF8FE71F}" srcOrd="0" destOrd="0" presId="urn:microsoft.com/office/officeart/2005/8/layout/pList1"/>
    <dgm:cxn modelId="{1C58AAA4-ADB2-4B2A-8387-3E1C7887FA3A}" type="presOf" srcId="{93CCDC1B-C7FD-4AA4-BA6F-5FC78AF26EB1}" destId="{FA024BCC-9988-4102-8A5B-8D6CD2E662D4}" srcOrd="0" destOrd="0" presId="urn:microsoft.com/office/officeart/2005/8/layout/pList1"/>
    <dgm:cxn modelId="{E9DAE0AD-4ED5-4AAC-B7AD-CD2DE8CC4399}" type="presOf" srcId="{C944A91F-50D2-4093-90F0-A72950CBEFF7}" destId="{DDDAD8D0-E3D4-4A81-A439-ACF5BF1CE4FA}" srcOrd="0" destOrd="0" presId="urn:microsoft.com/office/officeart/2005/8/layout/pList1"/>
    <dgm:cxn modelId="{43F4FDAE-0338-4B9B-92E2-ADF9FF5DDE67}" type="presOf" srcId="{9FBB99DC-D23E-4262-9F4B-CF0454440CA9}" destId="{F5CB03FB-D0C0-4A7D-879B-8C76A3F59F06}" srcOrd="0" destOrd="0" presId="urn:microsoft.com/office/officeart/2005/8/layout/pList1"/>
    <dgm:cxn modelId="{EFF4DBB2-1D98-4ED0-85BA-1D9D8C6C9F00}" type="presOf" srcId="{32593F19-48C3-45F5-A04B-9D6B0D2E9E06}" destId="{E786CE07-7CF0-422B-B98F-1F3287715E32}" srcOrd="0" destOrd="0" presId="urn:microsoft.com/office/officeart/2005/8/layout/pList1"/>
    <dgm:cxn modelId="{E72D80DB-5EA4-4654-9F97-F7FC76037A6D}" type="presOf" srcId="{3CC298D5-4BF0-4781-91CE-3CC8346DB0E1}" destId="{8FF62F8D-46B4-40E0-9E33-1DFDE01EDE0C}" srcOrd="0" destOrd="0" presId="urn:microsoft.com/office/officeart/2005/8/layout/pList1"/>
    <dgm:cxn modelId="{116896E3-D0CE-4605-BC6A-1CEEE8204613}" srcId="{93CCDC1B-C7FD-4AA4-BA6F-5FC78AF26EB1}" destId="{B5B9BC5B-2E8B-48EC-B110-68FB67C63937}" srcOrd="3" destOrd="0" parTransId="{D25EFCDB-4BBA-4D2B-AF90-9BEF98918D99}" sibTransId="{32593F19-48C3-45F5-A04B-9D6B0D2E9E06}"/>
    <dgm:cxn modelId="{E37340E5-629A-47A1-B900-724BAC78B892}" srcId="{93CCDC1B-C7FD-4AA4-BA6F-5FC78AF26EB1}" destId="{9FBB99DC-D23E-4262-9F4B-CF0454440CA9}" srcOrd="1" destOrd="0" parTransId="{F1E8DEE4-E3EF-40CF-A0F2-6B659D513DCB}" sibTransId="{30DEC6C0-CC25-4C20-BF0E-2FA0C56853EB}"/>
    <dgm:cxn modelId="{E8E922EF-F41F-4D37-AD23-9AF84B00B890}" srcId="{93CCDC1B-C7FD-4AA4-BA6F-5FC78AF26EB1}" destId="{23517D72-E4DA-4279-8E2C-F85D26D8575A}" srcOrd="0" destOrd="0" parTransId="{6A957480-001F-4A42-BCFF-2AB4CE8684CE}" sibTransId="{475592FA-8844-4240-9352-19A65FBF1298}"/>
    <dgm:cxn modelId="{B6EC5637-C220-430C-BE13-9BA6A8E352B4}" type="presParOf" srcId="{FA024BCC-9988-4102-8A5B-8D6CD2E662D4}" destId="{EA12C59D-9BA5-4268-9B59-6C2C07594868}" srcOrd="0" destOrd="0" presId="urn:microsoft.com/office/officeart/2005/8/layout/pList1"/>
    <dgm:cxn modelId="{B7595FD6-9BAD-4646-8EB5-93B5336FF93B}" type="presParOf" srcId="{EA12C59D-9BA5-4268-9B59-6C2C07594868}" destId="{02DAF7D1-3D3C-4940-A45F-B23694B2DAD6}" srcOrd="0" destOrd="0" presId="urn:microsoft.com/office/officeart/2005/8/layout/pList1"/>
    <dgm:cxn modelId="{6C3B7307-1751-466F-8B3C-0638488B0275}" type="presParOf" srcId="{EA12C59D-9BA5-4268-9B59-6C2C07594868}" destId="{32CF8920-A840-4F77-B387-E8D4DF8FE71F}" srcOrd="1" destOrd="0" presId="urn:microsoft.com/office/officeart/2005/8/layout/pList1"/>
    <dgm:cxn modelId="{B5B26828-4754-434B-87E3-2512B2CE0D35}" type="presParOf" srcId="{FA024BCC-9988-4102-8A5B-8D6CD2E662D4}" destId="{8AD44FD1-A319-4B28-9DAD-01327B0EA442}" srcOrd="1" destOrd="0" presId="urn:microsoft.com/office/officeart/2005/8/layout/pList1"/>
    <dgm:cxn modelId="{C7E78685-CCF2-4FAE-BF2E-D324E816E253}" type="presParOf" srcId="{FA024BCC-9988-4102-8A5B-8D6CD2E662D4}" destId="{F062FE20-845D-4FD3-8F1F-E3068790FE82}" srcOrd="2" destOrd="0" presId="urn:microsoft.com/office/officeart/2005/8/layout/pList1"/>
    <dgm:cxn modelId="{F15DFB17-6128-4D40-9426-CE54D89EDBFC}" type="presParOf" srcId="{F062FE20-845D-4FD3-8F1F-E3068790FE82}" destId="{1F0BF360-1823-4A8B-9C15-3ADD591B287E}" srcOrd="0" destOrd="0" presId="urn:microsoft.com/office/officeart/2005/8/layout/pList1"/>
    <dgm:cxn modelId="{7AC67FDC-2304-4138-A5B1-63EBA9759F96}" type="presParOf" srcId="{F062FE20-845D-4FD3-8F1F-E3068790FE82}" destId="{F5CB03FB-D0C0-4A7D-879B-8C76A3F59F06}" srcOrd="1" destOrd="0" presId="urn:microsoft.com/office/officeart/2005/8/layout/pList1"/>
    <dgm:cxn modelId="{BB888125-337B-4E27-BF4E-055FC29D1A91}" type="presParOf" srcId="{FA024BCC-9988-4102-8A5B-8D6CD2E662D4}" destId="{88465CC7-ADCD-4378-A7F0-D851D52FA538}" srcOrd="3" destOrd="0" presId="urn:microsoft.com/office/officeart/2005/8/layout/pList1"/>
    <dgm:cxn modelId="{3569181D-F8CC-4B2D-BDE7-03A0782D9A5F}" type="presParOf" srcId="{FA024BCC-9988-4102-8A5B-8D6CD2E662D4}" destId="{5B321DF4-BB3C-4736-A40E-86C23A8B7CAC}" srcOrd="4" destOrd="0" presId="urn:microsoft.com/office/officeart/2005/8/layout/pList1"/>
    <dgm:cxn modelId="{810A7902-6648-4154-95CD-C47FD2BDF52A}" type="presParOf" srcId="{5B321DF4-BB3C-4736-A40E-86C23A8B7CAC}" destId="{81F5E00C-1F2C-4ADB-AAE5-4E75FE0060EE}" srcOrd="0" destOrd="0" presId="urn:microsoft.com/office/officeart/2005/8/layout/pList1"/>
    <dgm:cxn modelId="{24E98942-DE2F-4D09-ABE8-684D8051C5B7}" type="presParOf" srcId="{5B321DF4-BB3C-4736-A40E-86C23A8B7CAC}" destId="{8FF62F8D-46B4-40E0-9E33-1DFDE01EDE0C}" srcOrd="1" destOrd="0" presId="urn:microsoft.com/office/officeart/2005/8/layout/pList1"/>
    <dgm:cxn modelId="{AEE70A1E-C525-4151-9F78-C5EF6814622E}" type="presParOf" srcId="{FA024BCC-9988-4102-8A5B-8D6CD2E662D4}" destId="{8409FB40-495E-4670-9350-720020C37056}" srcOrd="5" destOrd="0" presId="urn:microsoft.com/office/officeart/2005/8/layout/pList1"/>
    <dgm:cxn modelId="{0F458979-5691-4F97-9F0D-384FF61E6366}" type="presParOf" srcId="{FA024BCC-9988-4102-8A5B-8D6CD2E662D4}" destId="{85B5A191-EC6E-49FB-ACFB-4AD79CD362CB}" srcOrd="6" destOrd="0" presId="urn:microsoft.com/office/officeart/2005/8/layout/pList1"/>
    <dgm:cxn modelId="{63BF1E9E-0D9F-4E0D-A3EA-CAACE04B8407}" type="presParOf" srcId="{85B5A191-EC6E-49FB-ACFB-4AD79CD362CB}" destId="{B6E52866-90C8-408C-BDB2-91ECA0D23410}" srcOrd="0" destOrd="0" presId="urn:microsoft.com/office/officeart/2005/8/layout/pList1"/>
    <dgm:cxn modelId="{BE6D6CD3-1FE2-459E-9EFA-9E0DF40DCE60}" type="presParOf" srcId="{85B5A191-EC6E-49FB-ACFB-4AD79CD362CB}" destId="{5CC20EF0-DA58-4AC5-97AA-C61B757D745D}" srcOrd="1" destOrd="0" presId="urn:microsoft.com/office/officeart/2005/8/layout/pList1"/>
    <dgm:cxn modelId="{69351896-3445-4D75-A748-3A6893489F73}" type="presParOf" srcId="{FA024BCC-9988-4102-8A5B-8D6CD2E662D4}" destId="{E786CE07-7CF0-422B-B98F-1F3287715E32}" srcOrd="7" destOrd="0" presId="urn:microsoft.com/office/officeart/2005/8/layout/pList1"/>
    <dgm:cxn modelId="{DA966586-BB75-49C4-B521-618B53454C86}" type="presParOf" srcId="{FA024BCC-9988-4102-8A5B-8D6CD2E662D4}" destId="{F88BAF02-1D44-40D3-AAE2-05B1BE4BBAC8}" srcOrd="8" destOrd="0" presId="urn:microsoft.com/office/officeart/2005/8/layout/pList1"/>
    <dgm:cxn modelId="{D70BDCE2-20AF-4A19-9C85-70B487DD5308}" type="presParOf" srcId="{F88BAF02-1D44-40D3-AAE2-05B1BE4BBAC8}" destId="{01666366-4848-416D-8430-CD75CCA30EAD}" srcOrd="0" destOrd="0" presId="urn:microsoft.com/office/officeart/2005/8/layout/pList1"/>
    <dgm:cxn modelId="{4ABECAED-CC9F-4B82-B334-93F12371C823}" type="presParOf" srcId="{F88BAF02-1D44-40D3-AAE2-05B1BE4BBAC8}" destId="{DDDAD8D0-E3D4-4A81-A439-ACF5BF1CE4FA}"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2F8CAD2-181D-4693-BA9F-33B92D60899D}" type="doc">
      <dgm:prSet loTypeId="urn:microsoft.com/office/officeart/2005/8/layout/hProcess9" loCatId="process" qsTypeId="urn:microsoft.com/office/officeart/2005/8/quickstyle/simple2" qsCatId="simple" csTypeId="urn:microsoft.com/office/officeart/2005/8/colors/colorful1" csCatId="colorful" phldr="1"/>
      <dgm:spPr/>
      <dgm:t>
        <a:bodyPr/>
        <a:lstStyle/>
        <a:p>
          <a:endParaRPr lang="en-US"/>
        </a:p>
      </dgm:t>
    </dgm:pt>
    <dgm:pt modelId="{F7AEFE5F-ED0F-425E-B8BD-73CFF657C217}">
      <dgm:prSet phldrT="[Text]"/>
      <dgm:spPr/>
      <dgm:t>
        <a:bodyPr/>
        <a:lstStyle/>
        <a:p>
          <a:r>
            <a:rPr lang="en-US" b="1" dirty="0"/>
            <a:t>Addressing elders by their name without attaching tittles to show respect elders </a:t>
          </a:r>
        </a:p>
      </dgm:t>
    </dgm:pt>
    <dgm:pt modelId="{4A347A1A-1BB1-4AC4-A44A-F0CB0CE712CC}" type="parTrans" cxnId="{8FF9CE46-2D05-42FB-9DAE-E1CA46779969}">
      <dgm:prSet/>
      <dgm:spPr/>
      <dgm:t>
        <a:bodyPr/>
        <a:lstStyle/>
        <a:p>
          <a:endParaRPr lang="en-US"/>
        </a:p>
      </dgm:t>
    </dgm:pt>
    <dgm:pt modelId="{6CF3AB1E-1A66-43F3-B450-22821D8A5173}" type="sibTrans" cxnId="{8FF9CE46-2D05-42FB-9DAE-E1CA46779969}">
      <dgm:prSet/>
      <dgm:spPr/>
      <dgm:t>
        <a:bodyPr/>
        <a:lstStyle/>
        <a:p>
          <a:endParaRPr lang="en-US"/>
        </a:p>
      </dgm:t>
    </dgm:pt>
    <dgm:pt modelId="{36DFDA47-9586-4CF4-8C08-DB327B1D9D56}">
      <dgm:prSet phldrT="[Text]"/>
      <dgm:spPr/>
      <dgm:t>
        <a:bodyPr/>
        <a:lstStyle/>
        <a:p>
          <a:r>
            <a:rPr lang="en-US" b="1" dirty="0"/>
            <a:t>kneeling  for someone while greeting them its only done by ladies </a:t>
          </a:r>
        </a:p>
      </dgm:t>
    </dgm:pt>
    <dgm:pt modelId="{F5436D5D-F4D4-4057-9334-769E4C4444F6}" type="parTrans" cxnId="{31A5CB4B-0678-417F-9B48-6F4C0F1F2A5D}">
      <dgm:prSet/>
      <dgm:spPr/>
      <dgm:t>
        <a:bodyPr/>
        <a:lstStyle/>
        <a:p>
          <a:endParaRPr lang="en-US"/>
        </a:p>
      </dgm:t>
    </dgm:pt>
    <dgm:pt modelId="{58BB9F25-3234-44F4-9275-9B2F87644A24}" type="sibTrans" cxnId="{31A5CB4B-0678-417F-9B48-6F4C0F1F2A5D}">
      <dgm:prSet/>
      <dgm:spPr/>
      <dgm:t>
        <a:bodyPr/>
        <a:lstStyle/>
        <a:p>
          <a:endParaRPr lang="en-US"/>
        </a:p>
      </dgm:t>
    </dgm:pt>
    <dgm:pt modelId="{B28049D3-1274-413E-9262-E9C57641EBDA}" type="pres">
      <dgm:prSet presAssocID="{A2F8CAD2-181D-4693-BA9F-33B92D60899D}" presName="CompostProcess" presStyleCnt="0">
        <dgm:presLayoutVars>
          <dgm:dir/>
          <dgm:resizeHandles val="exact"/>
        </dgm:presLayoutVars>
      </dgm:prSet>
      <dgm:spPr/>
    </dgm:pt>
    <dgm:pt modelId="{C65C317D-12FA-4005-A174-3B5913E58A72}" type="pres">
      <dgm:prSet presAssocID="{A2F8CAD2-181D-4693-BA9F-33B92D60899D}" presName="arrow" presStyleLbl="bgShp" presStyleIdx="0" presStyleCnt="1"/>
      <dgm:spPr/>
    </dgm:pt>
    <dgm:pt modelId="{208792C0-E4EE-4BCA-AE13-EACEDE77A45F}" type="pres">
      <dgm:prSet presAssocID="{A2F8CAD2-181D-4693-BA9F-33B92D60899D}" presName="linearProcess" presStyleCnt="0"/>
      <dgm:spPr/>
    </dgm:pt>
    <dgm:pt modelId="{BEE211C3-2433-4D75-9002-D360D6C8A43D}" type="pres">
      <dgm:prSet presAssocID="{F7AEFE5F-ED0F-425E-B8BD-73CFF657C217}" presName="textNode" presStyleLbl="node1" presStyleIdx="0" presStyleCnt="2">
        <dgm:presLayoutVars>
          <dgm:bulletEnabled val="1"/>
        </dgm:presLayoutVars>
      </dgm:prSet>
      <dgm:spPr/>
    </dgm:pt>
    <dgm:pt modelId="{E42B52D0-7FA9-4C89-B5C6-C0F529348694}" type="pres">
      <dgm:prSet presAssocID="{6CF3AB1E-1A66-43F3-B450-22821D8A5173}" presName="sibTrans" presStyleCnt="0"/>
      <dgm:spPr/>
    </dgm:pt>
    <dgm:pt modelId="{CEA06F63-41AE-4D0F-BF01-E3E2AF63D6BD}" type="pres">
      <dgm:prSet presAssocID="{36DFDA47-9586-4CF4-8C08-DB327B1D9D56}" presName="textNode" presStyleLbl="node1" presStyleIdx="1" presStyleCnt="2">
        <dgm:presLayoutVars>
          <dgm:bulletEnabled val="1"/>
        </dgm:presLayoutVars>
      </dgm:prSet>
      <dgm:spPr/>
    </dgm:pt>
  </dgm:ptLst>
  <dgm:cxnLst>
    <dgm:cxn modelId="{8FF9CE46-2D05-42FB-9DAE-E1CA46779969}" srcId="{A2F8CAD2-181D-4693-BA9F-33B92D60899D}" destId="{F7AEFE5F-ED0F-425E-B8BD-73CFF657C217}" srcOrd="0" destOrd="0" parTransId="{4A347A1A-1BB1-4AC4-A44A-F0CB0CE712CC}" sibTransId="{6CF3AB1E-1A66-43F3-B450-22821D8A5173}"/>
    <dgm:cxn modelId="{018BFF4A-1F62-43AA-A1DD-F2187DD139B3}" type="presOf" srcId="{A2F8CAD2-181D-4693-BA9F-33B92D60899D}" destId="{B28049D3-1274-413E-9262-E9C57641EBDA}" srcOrd="0" destOrd="0" presId="urn:microsoft.com/office/officeart/2005/8/layout/hProcess9"/>
    <dgm:cxn modelId="{31A5CB4B-0678-417F-9B48-6F4C0F1F2A5D}" srcId="{A2F8CAD2-181D-4693-BA9F-33B92D60899D}" destId="{36DFDA47-9586-4CF4-8C08-DB327B1D9D56}" srcOrd="1" destOrd="0" parTransId="{F5436D5D-F4D4-4057-9334-769E4C4444F6}" sibTransId="{58BB9F25-3234-44F4-9275-9B2F87644A24}"/>
    <dgm:cxn modelId="{2128276F-5F64-4B5C-955C-977DDE200AA1}" type="presOf" srcId="{F7AEFE5F-ED0F-425E-B8BD-73CFF657C217}" destId="{BEE211C3-2433-4D75-9002-D360D6C8A43D}" srcOrd="0" destOrd="0" presId="urn:microsoft.com/office/officeart/2005/8/layout/hProcess9"/>
    <dgm:cxn modelId="{2262DF54-4DBC-4346-8F52-510DE710C0F0}" type="presOf" srcId="{36DFDA47-9586-4CF4-8C08-DB327B1D9D56}" destId="{CEA06F63-41AE-4D0F-BF01-E3E2AF63D6BD}" srcOrd="0" destOrd="0" presId="urn:microsoft.com/office/officeart/2005/8/layout/hProcess9"/>
    <dgm:cxn modelId="{A44462A5-F3EF-40D6-B6AC-D8959B3C26F4}" type="presParOf" srcId="{B28049D3-1274-413E-9262-E9C57641EBDA}" destId="{C65C317D-12FA-4005-A174-3B5913E58A72}" srcOrd="0" destOrd="0" presId="urn:microsoft.com/office/officeart/2005/8/layout/hProcess9"/>
    <dgm:cxn modelId="{C0749852-467A-4EF5-9108-94E0D7B6DD65}" type="presParOf" srcId="{B28049D3-1274-413E-9262-E9C57641EBDA}" destId="{208792C0-E4EE-4BCA-AE13-EACEDE77A45F}" srcOrd="1" destOrd="0" presId="urn:microsoft.com/office/officeart/2005/8/layout/hProcess9"/>
    <dgm:cxn modelId="{33FD6649-825F-4B5C-B89B-B0219C69BB8B}" type="presParOf" srcId="{208792C0-E4EE-4BCA-AE13-EACEDE77A45F}" destId="{BEE211C3-2433-4D75-9002-D360D6C8A43D}" srcOrd="0" destOrd="0" presId="urn:microsoft.com/office/officeart/2005/8/layout/hProcess9"/>
    <dgm:cxn modelId="{D78F6DEF-8CC5-44CB-A5AD-B75234A0BA66}" type="presParOf" srcId="{208792C0-E4EE-4BCA-AE13-EACEDE77A45F}" destId="{E42B52D0-7FA9-4C89-B5C6-C0F529348694}" srcOrd="1" destOrd="0" presId="urn:microsoft.com/office/officeart/2005/8/layout/hProcess9"/>
    <dgm:cxn modelId="{6A684C31-DCCF-4141-BA4E-B943B5482505}" type="presParOf" srcId="{208792C0-E4EE-4BCA-AE13-EACEDE77A45F}" destId="{CEA06F63-41AE-4D0F-BF01-E3E2AF63D6BD}" srcOrd="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A8DE68D-B10C-43B4-84B9-42D5C742C79F}" type="doc">
      <dgm:prSet loTypeId="urn:microsoft.com/office/officeart/2008/layout/AscendingPictureAccentProcess" loCatId="picture" qsTypeId="urn:microsoft.com/office/officeart/2005/8/quickstyle/simple1" qsCatId="simple" csTypeId="urn:microsoft.com/office/officeart/2005/8/colors/accent1_2" csCatId="accent1" phldr="1"/>
      <dgm:spPr/>
      <dgm:t>
        <a:bodyPr/>
        <a:lstStyle/>
        <a:p>
          <a:endParaRPr lang="en-US"/>
        </a:p>
      </dgm:t>
    </dgm:pt>
    <dgm:pt modelId="{2CA1C36A-A03C-4D02-BC19-756C685D976A}">
      <dgm:prSet phldrT="[Text]"/>
      <dgm:spPr/>
      <dgm:t>
        <a:bodyPr/>
        <a:lstStyle/>
        <a:p>
          <a:pPr>
            <a:buClr>
              <a:srgbClr val="00B0F0"/>
            </a:buClr>
            <a:buSzTx/>
            <a:buFont typeface="Wingdings" panose="05000000000000000000" pitchFamily="2" charset="2"/>
            <a:buChar char="ü"/>
          </a:pPr>
          <a:r>
            <a:rPr kumimoji="0" lang="en-US" altLang="en-US" b="0" i="0" u="none" strike="noStrike" cap="none" normalizeH="0" baseline="0" dirty="0">
              <a:ln>
                <a:noFill/>
              </a:ln>
              <a:solidFill>
                <a:schemeClr val="tx1"/>
              </a:solidFill>
              <a:effectLst/>
              <a:latin typeface="Arial" panose="020B0604020202020204" pitchFamily="34" charset="0"/>
            </a:rPr>
            <a:t>Continue building impact-driven systems </a:t>
          </a:r>
          <a:endParaRPr lang="en-US" dirty="0"/>
        </a:p>
      </dgm:t>
    </dgm:pt>
    <dgm:pt modelId="{4706F0DC-C5DC-4E99-91A5-9D52F868161B}" type="parTrans" cxnId="{481CF388-A26C-43F4-A80F-07B8F0F1286B}">
      <dgm:prSet/>
      <dgm:spPr/>
      <dgm:t>
        <a:bodyPr/>
        <a:lstStyle/>
        <a:p>
          <a:endParaRPr lang="en-US"/>
        </a:p>
      </dgm:t>
    </dgm:pt>
    <dgm:pt modelId="{42977720-48BF-4E8E-9FE3-C640F3947F58}" type="sibTrans" cxnId="{481CF388-A26C-43F4-A80F-07B8F0F1286B}">
      <dgm:prSet/>
      <dgm:spPr>
        <a:blipFill>
          <a:blip xmlns:r="http://schemas.openxmlformats.org/officeDocument/2006/relationships" r:embed="rId1"/>
          <a:srcRect/>
          <a:stretch>
            <a:fillRect l="-25000" r="-25000"/>
          </a:stretch>
        </a:blipFill>
      </dgm:spPr>
      <dgm:t>
        <a:bodyPr/>
        <a:lstStyle/>
        <a:p>
          <a:endParaRPr lang="en-US"/>
        </a:p>
      </dgm:t>
    </dgm:pt>
    <dgm:pt modelId="{C4785312-F769-46EB-9689-72437C3766CE}">
      <dgm:prSet phldrT="[Text]"/>
      <dgm:spPr/>
      <dgm:t>
        <a:bodyPr/>
        <a:lstStyle/>
        <a:p>
          <a:pPr>
            <a:buClr>
              <a:srgbClr val="00B0F0"/>
            </a:buClr>
            <a:buSzTx/>
            <a:buFont typeface="Wingdings" panose="05000000000000000000" pitchFamily="2" charset="2"/>
            <a:buChar char="ü"/>
          </a:pPr>
          <a:r>
            <a:rPr kumimoji="0" lang="en-US" altLang="en-US" b="0" i="0" u="none" strike="noStrike" cap="none" normalizeH="0" baseline="0" dirty="0">
              <a:ln>
                <a:noFill/>
              </a:ln>
              <a:solidFill>
                <a:schemeClr val="tx1"/>
              </a:solidFill>
              <a:effectLst/>
              <a:latin typeface="Arial" panose="020B0604020202020204" pitchFamily="34" charset="0"/>
            </a:rPr>
            <a:t>Apply experience to future humanitarian/tech role</a:t>
          </a:r>
          <a:endParaRPr lang="en-US" dirty="0"/>
        </a:p>
      </dgm:t>
    </dgm:pt>
    <dgm:pt modelId="{9EF23CF0-E908-4079-9849-077802E6A8A0}" type="parTrans" cxnId="{D771BB48-6723-4541-97A9-70B7DF8FEBEB}">
      <dgm:prSet/>
      <dgm:spPr/>
      <dgm:t>
        <a:bodyPr/>
        <a:lstStyle/>
        <a:p>
          <a:endParaRPr lang="en-US"/>
        </a:p>
      </dgm:t>
    </dgm:pt>
    <dgm:pt modelId="{88A4B186-0DD2-46CA-92D9-F06AE288BA2E}" type="sibTrans" cxnId="{D771BB48-6723-4541-97A9-70B7DF8FEBEB}">
      <dgm:prSet/>
      <dgm:spPr>
        <a:blipFill>
          <a:blip xmlns:r="http://schemas.openxmlformats.org/officeDocument/2006/relationships" r:embed="rId2"/>
          <a:srcRect/>
          <a:stretch>
            <a:fillRect l="-25000" r="-25000"/>
          </a:stretch>
        </a:blipFill>
      </dgm:spPr>
      <dgm:t>
        <a:bodyPr/>
        <a:lstStyle/>
        <a:p>
          <a:endParaRPr lang="en-US"/>
        </a:p>
      </dgm:t>
    </dgm:pt>
    <dgm:pt modelId="{71FB6D79-B393-4E3A-8676-CF7691B7996C}" type="pres">
      <dgm:prSet presAssocID="{CA8DE68D-B10C-43B4-84B9-42D5C742C79F}" presName="Name0" presStyleCnt="0">
        <dgm:presLayoutVars>
          <dgm:chMax val="7"/>
          <dgm:chPref val="7"/>
          <dgm:dir/>
        </dgm:presLayoutVars>
      </dgm:prSet>
      <dgm:spPr/>
    </dgm:pt>
    <dgm:pt modelId="{F807D17B-ABB5-440E-87F7-E80F2DBC2AF8}" type="pres">
      <dgm:prSet presAssocID="{CA8DE68D-B10C-43B4-84B9-42D5C742C79F}" presName="dot1" presStyleLbl="alignNode1" presStyleIdx="0" presStyleCnt="10"/>
      <dgm:spPr/>
    </dgm:pt>
    <dgm:pt modelId="{A625EFEE-BBC9-49F4-BD7F-53B047C90072}" type="pres">
      <dgm:prSet presAssocID="{CA8DE68D-B10C-43B4-84B9-42D5C742C79F}" presName="dot2" presStyleLbl="alignNode1" presStyleIdx="1" presStyleCnt="10"/>
      <dgm:spPr/>
    </dgm:pt>
    <dgm:pt modelId="{5BD1FD31-519A-40B0-B8F4-B28C1A916A18}" type="pres">
      <dgm:prSet presAssocID="{CA8DE68D-B10C-43B4-84B9-42D5C742C79F}" presName="dot3" presStyleLbl="alignNode1" presStyleIdx="2" presStyleCnt="10"/>
      <dgm:spPr/>
    </dgm:pt>
    <dgm:pt modelId="{0D4EA2FA-9961-42C4-904D-0097710C071D}" type="pres">
      <dgm:prSet presAssocID="{CA8DE68D-B10C-43B4-84B9-42D5C742C79F}" presName="dotArrow1" presStyleLbl="alignNode1" presStyleIdx="3" presStyleCnt="10"/>
      <dgm:spPr/>
    </dgm:pt>
    <dgm:pt modelId="{117E9481-0470-43A0-878C-70D42CFA8E7E}" type="pres">
      <dgm:prSet presAssocID="{CA8DE68D-B10C-43B4-84B9-42D5C742C79F}" presName="dotArrow2" presStyleLbl="alignNode1" presStyleIdx="4" presStyleCnt="10"/>
      <dgm:spPr/>
    </dgm:pt>
    <dgm:pt modelId="{B16ECDBE-FD21-4AE5-B57D-5364882C2D4D}" type="pres">
      <dgm:prSet presAssocID="{CA8DE68D-B10C-43B4-84B9-42D5C742C79F}" presName="dotArrow3" presStyleLbl="alignNode1" presStyleIdx="5" presStyleCnt="10"/>
      <dgm:spPr/>
    </dgm:pt>
    <dgm:pt modelId="{4B24FD9A-1D1B-46B5-90DE-9F32D3A20C7D}" type="pres">
      <dgm:prSet presAssocID="{CA8DE68D-B10C-43B4-84B9-42D5C742C79F}" presName="dotArrow4" presStyleLbl="alignNode1" presStyleIdx="6" presStyleCnt="10"/>
      <dgm:spPr/>
    </dgm:pt>
    <dgm:pt modelId="{D9BF679E-BEA5-47B5-AAE6-1BAD83BD1B27}" type="pres">
      <dgm:prSet presAssocID="{CA8DE68D-B10C-43B4-84B9-42D5C742C79F}" presName="dotArrow5" presStyleLbl="alignNode1" presStyleIdx="7" presStyleCnt="10"/>
      <dgm:spPr/>
    </dgm:pt>
    <dgm:pt modelId="{048EFD6E-EAA6-42C2-A527-00FF9C56CCB9}" type="pres">
      <dgm:prSet presAssocID="{CA8DE68D-B10C-43B4-84B9-42D5C742C79F}" presName="dotArrow6" presStyleLbl="alignNode1" presStyleIdx="8" presStyleCnt="10"/>
      <dgm:spPr/>
    </dgm:pt>
    <dgm:pt modelId="{B7DF4E5D-1C1B-461C-9AE5-BAB4C1373EF6}" type="pres">
      <dgm:prSet presAssocID="{CA8DE68D-B10C-43B4-84B9-42D5C742C79F}" presName="dotArrow7" presStyleLbl="alignNode1" presStyleIdx="9" presStyleCnt="10"/>
      <dgm:spPr/>
    </dgm:pt>
    <dgm:pt modelId="{3108DE32-9124-4948-82C7-4CBFFE999026}" type="pres">
      <dgm:prSet presAssocID="{2CA1C36A-A03C-4D02-BC19-756C685D976A}" presName="parTx1" presStyleLbl="node1" presStyleIdx="0" presStyleCnt="2"/>
      <dgm:spPr/>
    </dgm:pt>
    <dgm:pt modelId="{06A64EBB-AC28-497A-A49E-065ED5E0FA6D}" type="pres">
      <dgm:prSet presAssocID="{42977720-48BF-4E8E-9FE3-C640F3947F58}" presName="picture1" presStyleCnt="0"/>
      <dgm:spPr/>
    </dgm:pt>
    <dgm:pt modelId="{45A2B4BA-EEF5-4925-BC01-94499CE14D09}" type="pres">
      <dgm:prSet presAssocID="{42977720-48BF-4E8E-9FE3-C640F3947F58}" presName="imageRepeatNode" presStyleLbl="fgImgPlace1" presStyleIdx="0" presStyleCnt="2"/>
      <dgm:spPr/>
    </dgm:pt>
    <dgm:pt modelId="{CA375643-F38C-41DE-B0DC-AF9D6F1E83F4}" type="pres">
      <dgm:prSet presAssocID="{C4785312-F769-46EB-9689-72437C3766CE}" presName="parTx2" presStyleLbl="node1" presStyleIdx="1" presStyleCnt="2"/>
      <dgm:spPr/>
    </dgm:pt>
    <dgm:pt modelId="{5B2C073C-F895-44EC-B244-F9662537F29A}" type="pres">
      <dgm:prSet presAssocID="{88A4B186-0DD2-46CA-92D9-F06AE288BA2E}" presName="picture2" presStyleCnt="0"/>
      <dgm:spPr/>
    </dgm:pt>
    <dgm:pt modelId="{E726F53E-9619-4AFA-983A-D39CB7158A04}" type="pres">
      <dgm:prSet presAssocID="{88A4B186-0DD2-46CA-92D9-F06AE288BA2E}" presName="imageRepeatNode" presStyleLbl="fgImgPlace1" presStyleIdx="1" presStyleCnt="2"/>
      <dgm:spPr/>
    </dgm:pt>
  </dgm:ptLst>
  <dgm:cxnLst>
    <dgm:cxn modelId="{D771BB48-6723-4541-97A9-70B7DF8FEBEB}" srcId="{CA8DE68D-B10C-43B4-84B9-42D5C742C79F}" destId="{C4785312-F769-46EB-9689-72437C3766CE}" srcOrd="1" destOrd="0" parTransId="{9EF23CF0-E908-4079-9849-077802E6A8A0}" sibTransId="{88A4B186-0DD2-46CA-92D9-F06AE288BA2E}"/>
    <dgm:cxn modelId="{97392079-43FC-4F7F-9449-071072307B2F}" type="presOf" srcId="{88A4B186-0DD2-46CA-92D9-F06AE288BA2E}" destId="{E726F53E-9619-4AFA-983A-D39CB7158A04}" srcOrd="0" destOrd="0" presId="urn:microsoft.com/office/officeart/2008/layout/AscendingPictureAccentProcess"/>
    <dgm:cxn modelId="{1BCA3785-B66A-4FA2-8B81-A7AF3182790B}" type="presOf" srcId="{C4785312-F769-46EB-9689-72437C3766CE}" destId="{CA375643-F38C-41DE-B0DC-AF9D6F1E83F4}" srcOrd="0" destOrd="0" presId="urn:microsoft.com/office/officeart/2008/layout/AscendingPictureAccentProcess"/>
    <dgm:cxn modelId="{481CF388-A26C-43F4-A80F-07B8F0F1286B}" srcId="{CA8DE68D-B10C-43B4-84B9-42D5C742C79F}" destId="{2CA1C36A-A03C-4D02-BC19-756C685D976A}" srcOrd="0" destOrd="0" parTransId="{4706F0DC-C5DC-4E99-91A5-9D52F868161B}" sibTransId="{42977720-48BF-4E8E-9FE3-C640F3947F58}"/>
    <dgm:cxn modelId="{4F6E26AB-8B68-466E-970C-2255F8B582AF}" type="presOf" srcId="{42977720-48BF-4E8E-9FE3-C640F3947F58}" destId="{45A2B4BA-EEF5-4925-BC01-94499CE14D09}" srcOrd="0" destOrd="0" presId="urn:microsoft.com/office/officeart/2008/layout/AscendingPictureAccentProcess"/>
    <dgm:cxn modelId="{B23186C8-1BF3-4D6F-AF1D-B7B8D0C7205B}" type="presOf" srcId="{CA8DE68D-B10C-43B4-84B9-42D5C742C79F}" destId="{71FB6D79-B393-4E3A-8676-CF7691B7996C}" srcOrd="0" destOrd="0" presId="urn:microsoft.com/office/officeart/2008/layout/AscendingPictureAccentProcess"/>
    <dgm:cxn modelId="{1901FADD-82B9-40CE-9782-17A1B8DA87FE}" type="presOf" srcId="{2CA1C36A-A03C-4D02-BC19-756C685D976A}" destId="{3108DE32-9124-4948-82C7-4CBFFE999026}" srcOrd="0" destOrd="0" presId="urn:microsoft.com/office/officeart/2008/layout/AscendingPictureAccentProcess"/>
    <dgm:cxn modelId="{07A7736F-F8AA-4883-BD09-506ED3153D30}" type="presParOf" srcId="{71FB6D79-B393-4E3A-8676-CF7691B7996C}" destId="{F807D17B-ABB5-440E-87F7-E80F2DBC2AF8}" srcOrd="0" destOrd="0" presId="urn:microsoft.com/office/officeart/2008/layout/AscendingPictureAccentProcess"/>
    <dgm:cxn modelId="{13F3A233-8F1A-4D99-81EA-14E45EDB5AE9}" type="presParOf" srcId="{71FB6D79-B393-4E3A-8676-CF7691B7996C}" destId="{A625EFEE-BBC9-49F4-BD7F-53B047C90072}" srcOrd="1" destOrd="0" presId="urn:microsoft.com/office/officeart/2008/layout/AscendingPictureAccentProcess"/>
    <dgm:cxn modelId="{83B6BA2B-320E-4835-99B8-E9526CC65DFA}" type="presParOf" srcId="{71FB6D79-B393-4E3A-8676-CF7691B7996C}" destId="{5BD1FD31-519A-40B0-B8F4-B28C1A916A18}" srcOrd="2" destOrd="0" presId="urn:microsoft.com/office/officeart/2008/layout/AscendingPictureAccentProcess"/>
    <dgm:cxn modelId="{6BEEE21C-7FA3-4C88-B0C0-8321EECCF75E}" type="presParOf" srcId="{71FB6D79-B393-4E3A-8676-CF7691B7996C}" destId="{0D4EA2FA-9961-42C4-904D-0097710C071D}" srcOrd="3" destOrd="0" presId="urn:microsoft.com/office/officeart/2008/layout/AscendingPictureAccentProcess"/>
    <dgm:cxn modelId="{09FFACBE-B96D-4BCC-95EA-CB95194DBF2F}" type="presParOf" srcId="{71FB6D79-B393-4E3A-8676-CF7691B7996C}" destId="{117E9481-0470-43A0-878C-70D42CFA8E7E}" srcOrd="4" destOrd="0" presId="urn:microsoft.com/office/officeart/2008/layout/AscendingPictureAccentProcess"/>
    <dgm:cxn modelId="{87756822-F2DB-4C56-BA8B-FCCFAF0C8CE3}" type="presParOf" srcId="{71FB6D79-B393-4E3A-8676-CF7691B7996C}" destId="{B16ECDBE-FD21-4AE5-B57D-5364882C2D4D}" srcOrd="5" destOrd="0" presId="urn:microsoft.com/office/officeart/2008/layout/AscendingPictureAccentProcess"/>
    <dgm:cxn modelId="{DA275C0E-393D-429D-B61E-C8CB012A7369}" type="presParOf" srcId="{71FB6D79-B393-4E3A-8676-CF7691B7996C}" destId="{4B24FD9A-1D1B-46B5-90DE-9F32D3A20C7D}" srcOrd="6" destOrd="0" presId="urn:microsoft.com/office/officeart/2008/layout/AscendingPictureAccentProcess"/>
    <dgm:cxn modelId="{7D7A9AAD-1AB3-471F-802D-99A7B3A71114}" type="presParOf" srcId="{71FB6D79-B393-4E3A-8676-CF7691B7996C}" destId="{D9BF679E-BEA5-47B5-AAE6-1BAD83BD1B27}" srcOrd="7" destOrd="0" presId="urn:microsoft.com/office/officeart/2008/layout/AscendingPictureAccentProcess"/>
    <dgm:cxn modelId="{FCC13E57-844E-4EC2-886C-504C39EF581C}" type="presParOf" srcId="{71FB6D79-B393-4E3A-8676-CF7691B7996C}" destId="{048EFD6E-EAA6-42C2-A527-00FF9C56CCB9}" srcOrd="8" destOrd="0" presId="urn:microsoft.com/office/officeart/2008/layout/AscendingPictureAccentProcess"/>
    <dgm:cxn modelId="{B0CB826F-EAAD-42EE-A2BD-8EB4176F3133}" type="presParOf" srcId="{71FB6D79-B393-4E3A-8676-CF7691B7996C}" destId="{B7DF4E5D-1C1B-461C-9AE5-BAB4C1373EF6}" srcOrd="9" destOrd="0" presId="urn:microsoft.com/office/officeart/2008/layout/AscendingPictureAccentProcess"/>
    <dgm:cxn modelId="{6965ABC7-893E-42A2-ABEF-B88A16215919}" type="presParOf" srcId="{71FB6D79-B393-4E3A-8676-CF7691B7996C}" destId="{3108DE32-9124-4948-82C7-4CBFFE999026}" srcOrd="10" destOrd="0" presId="urn:microsoft.com/office/officeart/2008/layout/AscendingPictureAccentProcess"/>
    <dgm:cxn modelId="{20802ABB-ECB8-4B70-9377-42D618D8281D}" type="presParOf" srcId="{71FB6D79-B393-4E3A-8676-CF7691B7996C}" destId="{06A64EBB-AC28-497A-A49E-065ED5E0FA6D}" srcOrd="11" destOrd="0" presId="urn:microsoft.com/office/officeart/2008/layout/AscendingPictureAccentProcess"/>
    <dgm:cxn modelId="{F6EB1B88-069B-4AFF-B240-CFA0731FBA15}" type="presParOf" srcId="{06A64EBB-AC28-497A-A49E-065ED5E0FA6D}" destId="{45A2B4BA-EEF5-4925-BC01-94499CE14D09}" srcOrd="0" destOrd="0" presId="urn:microsoft.com/office/officeart/2008/layout/AscendingPictureAccentProcess"/>
    <dgm:cxn modelId="{A8B44C91-AF2F-4AA4-BC60-F95B9F7AC5D2}" type="presParOf" srcId="{71FB6D79-B393-4E3A-8676-CF7691B7996C}" destId="{CA375643-F38C-41DE-B0DC-AF9D6F1E83F4}" srcOrd="12" destOrd="0" presId="urn:microsoft.com/office/officeart/2008/layout/AscendingPictureAccentProcess"/>
    <dgm:cxn modelId="{B8E04611-EA41-42C5-9B34-627314CCE4F4}" type="presParOf" srcId="{71FB6D79-B393-4E3A-8676-CF7691B7996C}" destId="{5B2C073C-F895-44EC-B244-F9662537F29A}" srcOrd="13" destOrd="0" presId="urn:microsoft.com/office/officeart/2008/layout/AscendingPictureAccentProcess"/>
    <dgm:cxn modelId="{926E9342-18D3-4AC4-BF7F-779308CA352A}" type="presParOf" srcId="{5B2C073C-F895-44EC-B244-F9662537F29A}" destId="{E726F53E-9619-4AFA-983A-D39CB7158A04}" srcOrd="0" destOrd="0" presId="urn:microsoft.com/office/officeart/2008/layout/AscendingPictureAccen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43E11B1-43A2-49B6-86C9-7984046846E3}" type="doc">
      <dgm:prSet loTypeId="urn:microsoft.com/office/officeart/2005/8/layout/vList3" loCatId="picture" qsTypeId="urn:microsoft.com/office/officeart/2005/8/quickstyle/simple3" qsCatId="simple" csTypeId="urn:microsoft.com/office/officeart/2005/8/colors/accent1_2" csCatId="accent1" phldr="1"/>
      <dgm:spPr/>
    </dgm:pt>
    <dgm:pt modelId="{2AC84548-E350-47F3-AC0D-D7D661BCA3C7}">
      <dgm:prSet phldrT="[Text]" custT="1"/>
      <dgm:spPr>
        <a:solidFill>
          <a:schemeClr val="accent1">
            <a:lumMod val="20000"/>
            <a:lumOff val="80000"/>
          </a:schemeClr>
        </a:solidFill>
        <a:ln>
          <a:noFill/>
        </a:ln>
      </dgm:spPr>
      <dgm:t>
        <a:bodyPr/>
        <a:lstStyle/>
        <a:p>
          <a:pPr algn="just">
            <a:buClrTx/>
            <a:buSzTx/>
            <a:buFontTx/>
            <a:buNone/>
          </a:pPr>
          <a:r>
            <a:rPr kumimoji="0" lang="en-US" altLang="en-US" sz="2200" b="1" i="0" u="none" strike="noStrike" cap="none" normalizeH="0" baseline="0" dirty="0">
              <a:ln/>
              <a:effectLst/>
              <a:latin typeface="Aptos"/>
            </a:rPr>
            <a:t>I am deeply grateful to Almighty God for making this journey truly remarkable and filled with meaningful experiences. My sincere appreciation goes to the Mennonite Central Committee for the opportunity, and to the RICE West Nile leadership and team for their support and collaboration during this time of service. I am especially thankful to my supervisors and mentors whose guidance shaped my growth, as well as to the refugee and host communities who welcomed me and gave real purpose to the work. I also appreciate my church family in Uganda for their encouragement and sense of belonging, and my support system in Nigeria for their constant prayers and motivation. This journey would not have been possible without all of you.</a:t>
          </a:r>
          <a:endParaRPr lang="en-US" sz="2200" b="1" dirty="0"/>
        </a:p>
      </dgm:t>
    </dgm:pt>
    <dgm:pt modelId="{4F3C4E51-A5E6-4CF1-8019-DBF16BF5EE37}" type="parTrans" cxnId="{F762CF63-36CF-442A-833F-0B59A6942047}">
      <dgm:prSet/>
      <dgm:spPr/>
      <dgm:t>
        <a:bodyPr/>
        <a:lstStyle/>
        <a:p>
          <a:endParaRPr lang="en-US"/>
        </a:p>
      </dgm:t>
    </dgm:pt>
    <dgm:pt modelId="{4A4DE17F-083F-4B7F-B3EE-17389214C9EC}" type="sibTrans" cxnId="{F762CF63-36CF-442A-833F-0B59A6942047}">
      <dgm:prSet/>
      <dgm:spPr/>
      <dgm:t>
        <a:bodyPr/>
        <a:lstStyle/>
        <a:p>
          <a:endParaRPr lang="en-US"/>
        </a:p>
      </dgm:t>
    </dgm:pt>
    <dgm:pt modelId="{4AFAB494-940D-433E-92CF-ECE6DF7B3F33}" type="pres">
      <dgm:prSet presAssocID="{143E11B1-43A2-49B6-86C9-7984046846E3}" presName="linearFlow" presStyleCnt="0">
        <dgm:presLayoutVars>
          <dgm:dir/>
          <dgm:resizeHandles val="exact"/>
        </dgm:presLayoutVars>
      </dgm:prSet>
      <dgm:spPr/>
    </dgm:pt>
    <dgm:pt modelId="{86573B39-265A-41A7-A860-92B5E80F4AEE}" type="pres">
      <dgm:prSet presAssocID="{2AC84548-E350-47F3-AC0D-D7D661BCA3C7}" presName="composite" presStyleCnt="0"/>
      <dgm:spPr/>
    </dgm:pt>
    <dgm:pt modelId="{CE5632B5-B9EE-428A-8BA7-FC44B2E2CA7C}" type="pres">
      <dgm:prSet presAssocID="{2AC84548-E350-47F3-AC0D-D7D661BCA3C7}" presName="imgShp" presStyleLbl="fgImgPlace1" presStyleIdx="0" presStyleCnt="1"/>
      <dgm:spPr>
        <a:blipFill>
          <a:blip xmlns:r="http://schemas.openxmlformats.org/officeDocument/2006/relationships" r:embed="rId1"/>
          <a:srcRect/>
          <a:stretch>
            <a:fillRect l="-17000" r="-17000"/>
          </a:stretch>
        </a:blipFill>
      </dgm:spPr>
    </dgm:pt>
    <dgm:pt modelId="{1D4DD02B-B0D1-4CA9-90EA-0907C73BA605}" type="pres">
      <dgm:prSet presAssocID="{2AC84548-E350-47F3-AC0D-D7D661BCA3C7}" presName="txShp" presStyleLbl="node1" presStyleIdx="0" presStyleCnt="1" custScaleX="121478" custLinFactNeighborX="2146" custLinFactNeighborY="1757">
        <dgm:presLayoutVars>
          <dgm:bulletEnabled val="1"/>
        </dgm:presLayoutVars>
      </dgm:prSet>
      <dgm:spPr/>
    </dgm:pt>
  </dgm:ptLst>
  <dgm:cxnLst>
    <dgm:cxn modelId="{F762CF63-36CF-442A-833F-0B59A6942047}" srcId="{143E11B1-43A2-49B6-86C9-7984046846E3}" destId="{2AC84548-E350-47F3-AC0D-D7D661BCA3C7}" srcOrd="0" destOrd="0" parTransId="{4F3C4E51-A5E6-4CF1-8019-DBF16BF5EE37}" sibTransId="{4A4DE17F-083F-4B7F-B3EE-17389214C9EC}"/>
    <dgm:cxn modelId="{573EF680-D51C-49A6-A4DB-28A00C042D71}" type="presOf" srcId="{2AC84548-E350-47F3-AC0D-D7D661BCA3C7}" destId="{1D4DD02B-B0D1-4CA9-90EA-0907C73BA605}" srcOrd="0" destOrd="0" presId="urn:microsoft.com/office/officeart/2005/8/layout/vList3"/>
    <dgm:cxn modelId="{41EFA290-2E89-4F73-9FE4-0B430E6177FC}" type="presOf" srcId="{143E11B1-43A2-49B6-86C9-7984046846E3}" destId="{4AFAB494-940D-433E-92CF-ECE6DF7B3F33}" srcOrd="0" destOrd="0" presId="urn:microsoft.com/office/officeart/2005/8/layout/vList3"/>
    <dgm:cxn modelId="{BC5F4BFB-901C-49F2-B380-B8FFF7E166BA}" type="presParOf" srcId="{4AFAB494-940D-433E-92CF-ECE6DF7B3F33}" destId="{86573B39-265A-41A7-A860-92B5E80F4AEE}" srcOrd="0" destOrd="0" presId="urn:microsoft.com/office/officeart/2005/8/layout/vList3"/>
    <dgm:cxn modelId="{EC9BC79B-1B57-481E-8769-A6384D31DF86}" type="presParOf" srcId="{86573B39-265A-41A7-A860-92B5E80F4AEE}" destId="{CE5632B5-B9EE-428A-8BA7-FC44B2E2CA7C}" srcOrd="0" destOrd="0" presId="urn:microsoft.com/office/officeart/2005/8/layout/vList3"/>
    <dgm:cxn modelId="{D2F4F3D8-DD9D-4F94-B0C2-0789A3FCBB8E}" type="presParOf" srcId="{86573B39-265A-41A7-A860-92B5E80F4AEE}" destId="{1D4DD02B-B0D1-4CA9-90EA-0907C73BA605}"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478D0D7-6DFB-4BFB-A525-D4344BBC2044}" type="doc">
      <dgm:prSet loTypeId="urn:microsoft.com/office/officeart/2008/layout/PictureStrips" loCatId="picture" qsTypeId="urn:microsoft.com/office/officeart/2005/8/quickstyle/simple1" qsCatId="simple" csTypeId="urn:microsoft.com/office/officeart/2005/8/colors/accent1_2" csCatId="accent1" phldr="1"/>
      <dgm:spPr/>
      <dgm:t>
        <a:bodyPr/>
        <a:lstStyle/>
        <a:p>
          <a:endParaRPr lang="en-US"/>
        </a:p>
      </dgm:t>
    </dgm:pt>
    <dgm:pt modelId="{2851E733-DA4F-4E36-8438-D2BC01E584E1}">
      <dgm:prSet phldrT="[Text]" custT="1"/>
      <dgm:spPr/>
      <dgm:t>
        <a:bodyPr/>
        <a:lstStyle/>
        <a:p>
          <a:pPr algn="just">
            <a:lnSpc>
              <a:spcPct val="150000"/>
            </a:lnSpc>
            <a:buClrTx/>
            <a:buSzTx/>
            <a:buFontTx/>
            <a:buNone/>
          </a:pPr>
          <a:r>
            <a:rPr kumimoji="0" lang="en-US" altLang="en-US" sz="1900" b="0" i="0" u="none" strike="noStrike" cap="none" normalizeH="0" baseline="0" dirty="0">
              <a:ln>
                <a:noFill/>
              </a:ln>
              <a:solidFill>
                <a:schemeClr val="tx1"/>
              </a:solidFill>
              <a:effectLst/>
              <a:latin typeface="Aptos" panose="020B0004020202020204" pitchFamily="34" charset="0"/>
            </a:rPr>
            <a:t>This journey in Uganda has been a truly transformational experience for me, both professionally and personally. It gave me the opportunity to make meaningful contributions to RICE West Nile while also growing in my skills, especially in leadership and technology. Beyond the work, it shaped my perspective, strengthened my resilience, and deepened my understanding of impact-driven service. As I move forward, I carry not just the experience, but a strong commitment to continue creating solutions that matter and making a positive difference wherever I find myself.</a:t>
          </a:r>
          <a:endParaRPr lang="en-US" sz="1900" dirty="0">
            <a:latin typeface="Aptos" panose="020B0004020202020204" pitchFamily="34" charset="0"/>
          </a:endParaRPr>
        </a:p>
      </dgm:t>
    </dgm:pt>
    <dgm:pt modelId="{BE3FE3B5-430F-4CD6-8798-ECB93EFB8C62}" type="parTrans" cxnId="{CD3D0104-0DFF-4EBA-B085-8AFBB458E38D}">
      <dgm:prSet/>
      <dgm:spPr/>
      <dgm:t>
        <a:bodyPr/>
        <a:lstStyle/>
        <a:p>
          <a:endParaRPr lang="en-US"/>
        </a:p>
      </dgm:t>
    </dgm:pt>
    <dgm:pt modelId="{5EBAE6AC-B72D-44B4-884D-464A8EEA4F10}" type="sibTrans" cxnId="{CD3D0104-0DFF-4EBA-B085-8AFBB458E38D}">
      <dgm:prSet/>
      <dgm:spPr/>
      <dgm:t>
        <a:bodyPr/>
        <a:lstStyle/>
        <a:p>
          <a:endParaRPr lang="en-US"/>
        </a:p>
      </dgm:t>
    </dgm:pt>
    <dgm:pt modelId="{8BCD6985-E682-4FEC-AF5A-0FADDA27AAA4}" type="pres">
      <dgm:prSet presAssocID="{8478D0D7-6DFB-4BFB-A525-D4344BBC2044}" presName="Name0" presStyleCnt="0">
        <dgm:presLayoutVars>
          <dgm:dir/>
          <dgm:resizeHandles val="exact"/>
        </dgm:presLayoutVars>
      </dgm:prSet>
      <dgm:spPr/>
    </dgm:pt>
    <dgm:pt modelId="{0EDB0009-6801-4A0B-88F5-3197C34C52A2}" type="pres">
      <dgm:prSet presAssocID="{2851E733-DA4F-4E36-8438-D2BC01E584E1}" presName="composite" presStyleCnt="0"/>
      <dgm:spPr/>
    </dgm:pt>
    <dgm:pt modelId="{AE03E018-1169-4431-896D-C3B15551BAF8}" type="pres">
      <dgm:prSet presAssocID="{2851E733-DA4F-4E36-8438-D2BC01E584E1}" presName="rect1" presStyleLbl="trAlignAcc1" presStyleIdx="0" presStyleCnt="1">
        <dgm:presLayoutVars>
          <dgm:bulletEnabled val="1"/>
        </dgm:presLayoutVars>
      </dgm:prSet>
      <dgm:spPr/>
    </dgm:pt>
    <dgm:pt modelId="{5568020D-ABB4-4686-AC2B-FAC01982B940}" type="pres">
      <dgm:prSet presAssocID="{2851E733-DA4F-4E36-8438-D2BC01E584E1}" presName="rect2" presStyleLbl="fgImgPlace1" presStyleIdx="0" presStyleCnt="1"/>
      <dgm:spPr>
        <a:blipFill>
          <a:blip xmlns:r="http://schemas.openxmlformats.org/officeDocument/2006/relationships" r:embed="rId1"/>
          <a:srcRect/>
          <a:stretch>
            <a:fillRect l="-50000" r="-50000"/>
          </a:stretch>
        </a:blipFill>
      </dgm:spPr>
    </dgm:pt>
  </dgm:ptLst>
  <dgm:cxnLst>
    <dgm:cxn modelId="{CD3D0104-0DFF-4EBA-B085-8AFBB458E38D}" srcId="{8478D0D7-6DFB-4BFB-A525-D4344BBC2044}" destId="{2851E733-DA4F-4E36-8438-D2BC01E584E1}" srcOrd="0" destOrd="0" parTransId="{BE3FE3B5-430F-4CD6-8798-ECB93EFB8C62}" sibTransId="{5EBAE6AC-B72D-44B4-884D-464A8EEA4F10}"/>
    <dgm:cxn modelId="{57C0E926-A86D-4A48-A048-C371B8B83D95}" type="presOf" srcId="{8478D0D7-6DFB-4BFB-A525-D4344BBC2044}" destId="{8BCD6985-E682-4FEC-AF5A-0FADDA27AAA4}" srcOrd="0" destOrd="0" presId="urn:microsoft.com/office/officeart/2008/layout/PictureStrips"/>
    <dgm:cxn modelId="{19614AFA-FC52-4479-A0B2-09E9E2739292}" type="presOf" srcId="{2851E733-DA4F-4E36-8438-D2BC01E584E1}" destId="{AE03E018-1169-4431-896D-C3B15551BAF8}" srcOrd="0" destOrd="0" presId="urn:microsoft.com/office/officeart/2008/layout/PictureStrips"/>
    <dgm:cxn modelId="{4EE8BB6E-1F3B-45FA-A030-905DE06D2811}" type="presParOf" srcId="{8BCD6985-E682-4FEC-AF5A-0FADDA27AAA4}" destId="{0EDB0009-6801-4A0B-88F5-3197C34C52A2}" srcOrd="0" destOrd="0" presId="urn:microsoft.com/office/officeart/2008/layout/PictureStrips"/>
    <dgm:cxn modelId="{0FFB6B38-8F34-43C2-BB2A-86D82FE9F14A}" type="presParOf" srcId="{0EDB0009-6801-4A0B-88F5-3197C34C52A2}" destId="{AE03E018-1169-4431-896D-C3B15551BAF8}" srcOrd="0" destOrd="0" presId="urn:microsoft.com/office/officeart/2008/layout/PictureStrips"/>
    <dgm:cxn modelId="{06F21438-6081-4BCF-AE2A-8EBB6CA296A4}" type="presParOf" srcId="{0EDB0009-6801-4A0B-88F5-3197C34C52A2}" destId="{5568020D-ABB4-4686-AC2B-FAC01982B940}"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C8DBB4-0641-454A-8C50-09148DAE79D4}">
      <dsp:nvSpPr>
        <dsp:cNvPr id="0" name=""/>
        <dsp:cNvSpPr/>
      </dsp:nvSpPr>
      <dsp:spPr>
        <a:xfrm rot="5400000">
          <a:off x="2186195" y="861816"/>
          <a:ext cx="1345932" cy="162183"/>
        </a:xfrm>
        <a:prstGeom prst="rect">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0000"/>
                <a:lumMod val="100000"/>
              </a:schemeClr>
            </a:gs>
            <a:gs pos="100000">
              <a:schemeClr val="accent5">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7375F4D2-F0E9-4784-9C6B-170A3A09CB8A}">
      <dsp:nvSpPr>
        <dsp:cNvPr id="0" name=""/>
        <dsp:cNvSpPr/>
      </dsp:nvSpPr>
      <dsp:spPr>
        <a:xfrm>
          <a:off x="2495954" y="3047"/>
          <a:ext cx="1802041" cy="1081224"/>
        </a:xfrm>
        <a:prstGeom prst="roundRect">
          <a:avLst>
            <a:gd name="adj" fmla="val 10000"/>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0000"/>
                <a:lumMod val="100000"/>
              </a:schemeClr>
            </a:gs>
            <a:gs pos="100000">
              <a:schemeClr val="accent5">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About RICE West Nile, Arua Uganda</a:t>
          </a:r>
        </a:p>
      </dsp:txBody>
      <dsp:txXfrm>
        <a:off x="2527622" y="34715"/>
        <a:ext cx="1738705" cy="1017888"/>
      </dsp:txXfrm>
    </dsp:sp>
    <dsp:sp modelId="{7C020F9F-58AA-40DD-AC54-B263A7E3EA4B}">
      <dsp:nvSpPr>
        <dsp:cNvPr id="0" name=""/>
        <dsp:cNvSpPr/>
      </dsp:nvSpPr>
      <dsp:spPr>
        <a:xfrm rot="5400000">
          <a:off x="2186195" y="2213347"/>
          <a:ext cx="1345932" cy="162183"/>
        </a:xfrm>
        <a:prstGeom prst="rect">
          <a:avLst/>
        </a:prstGeom>
        <a:gradFill rotWithShape="0">
          <a:gsLst>
            <a:gs pos="0">
              <a:schemeClr val="accent5">
                <a:hueOff val="486004"/>
                <a:satOff val="172"/>
                <a:lumOff val="1529"/>
                <a:alphaOff val="0"/>
                <a:tint val="97000"/>
                <a:satMod val="100000"/>
                <a:lumMod val="102000"/>
              </a:schemeClr>
            </a:gs>
            <a:gs pos="50000">
              <a:schemeClr val="accent5">
                <a:hueOff val="486004"/>
                <a:satOff val="172"/>
                <a:lumOff val="1529"/>
                <a:alphaOff val="0"/>
                <a:shade val="100000"/>
                <a:satMod val="100000"/>
                <a:lumMod val="100000"/>
              </a:schemeClr>
            </a:gs>
            <a:gs pos="100000">
              <a:schemeClr val="accent5">
                <a:hueOff val="486004"/>
                <a:satOff val="172"/>
                <a:lumOff val="1529"/>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407AFEE8-E5C9-4FEB-8BA0-B45A8271F39A}">
      <dsp:nvSpPr>
        <dsp:cNvPr id="0" name=""/>
        <dsp:cNvSpPr/>
      </dsp:nvSpPr>
      <dsp:spPr>
        <a:xfrm>
          <a:off x="2495954" y="1354578"/>
          <a:ext cx="1802041" cy="1081224"/>
        </a:xfrm>
        <a:prstGeom prst="roundRect">
          <a:avLst>
            <a:gd name="adj" fmla="val 10000"/>
          </a:avLst>
        </a:prstGeom>
        <a:gradFill rotWithShape="0">
          <a:gsLst>
            <a:gs pos="0">
              <a:schemeClr val="accent5">
                <a:hueOff val="441822"/>
                <a:satOff val="156"/>
                <a:lumOff val="1390"/>
                <a:alphaOff val="0"/>
                <a:tint val="97000"/>
                <a:satMod val="100000"/>
                <a:lumMod val="102000"/>
              </a:schemeClr>
            </a:gs>
            <a:gs pos="50000">
              <a:schemeClr val="accent5">
                <a:hueOff val="441822"/>
                <a:satOff val="156"/>
                <a:lumOff val="1390"/>
                <a:alphaOff val="0"/>
                <a:shade val="100000"/>
                <a:satMod val="100000"/>
                <a:lumMod val="100000"/>
              </a:schemeClr>
            </a:gs>
            <a:gs pos="100000">
              <a:schemeClr val="accent5">
                <a:hueOff val="441822"/>
                <a:satOff val="156"/>
                <a:lumOff val="139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Summary of Key Activities</a:t>
          </a:r>
        </a:p>
      </dsp:txBody>
      <dsp:txXfrm>
        <a:off x="2527622" y="1386246"/>
        <a:ext cx="1738705" cy="1017888"/>
      </dsp:txXfrm>
    </dsp:sp>
    <dsp:sp modelId="{27D2D9FA-9954-46F9-B87D-7255E0CC8B05}">
      <dsp:nvSpPr>
        <dsp:cNvPr id="0" name=""/>
        <dsp:cNvSpPr/>
      </dsp:nvSpPr>
      <dsp:spPr>
        <a:xfrm rot="5400000">
          <a:off x="2186195" y="3564878"/>
          <a:ext cx="1345932" cy="162183"/>
        </a:xfrm>
        <a:prstGeom prst="rect">
          <a:avLst/>
        </a:prstGeom>
        <a:gradFill rotWithShape="0">
          <a:gsLst>
            <a:gs pos="0">
              <a:schemeClr val="accent5">
                <a:hueOff val="972009"/>
                <a:satOff val="344"/>
                <a:lumOff val="3059"/>
                <a:alphaOff val="0"/>
                <a:tint val="97000"/>
                <a:satMod val="100000"/>
                <a:lumMod val="102000"/>
              </a:schemeClr>
            </a:gs>
            <a:gs pos="50000">
              <a:schemeClr val="accent5">
                <a:hueOff val="972009"/>
                <a:satOff val="344"/>
                <a:lumOff val="3059"/>
                <a:alphaOff val="0"/>
                <a:shade val="100000"/>
                <a:satMod val="100000"/>
                <a:lumMod val="100000"/>
              </a:schemeClr>
            </a:gs>
            <a:gs pos="100000">
              <a:schemeClr val="accent5">
                <a:hueOff val="972009"/>
                <a:satOff val="344"/>
                <a:lumOff val="3059"/>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35F27827-A05C-4A67-A62A-CCE48D9F7737}">
      <dsp:nvSpPr>
        <dsp:cNvPr id="0" name=""/>
        <dsp:cNvSpPr/>
      </dsp:nvSpPr>
      <dsp:spPr>
        <a:xfrm>
          <a:off x="2495954" y="2706109"/>
          <a:ext cx="1802041" cy="1081224"/>
        </a:xfrm>
        <a:prstGeom prst="roundRect">
          <a:avLst>
            <a:gd name="adj" fmla="val 10000"/>
          </a:avLst>
        </a:prstGeom>
        <a:gradFill rotWithShape="0">
          <a:gsLst>
            <a:gs pos="0">
              <a:schemeClr val="accent5">
                <a:hueOff val="883645"/>
                <a:satOff val="312"/>
                <a:lumOff val="2781"/>
                <a:alphaOff val="0"/>
                <a:tint val="97000"/>
                <a:satMod val="100000"/>
                <a:lumMod val="102000"/>
              </a:schemeClr>
            </a:gs>
            <a:gs pos="50000">
              <a:schemeClr val="accent5">
                <a:hueOff val="883645"/>
                <a:satOff val="312"/>
                <a:lumOff val="2781"/>
                <a:alphaOff val="0"/>
                <a:shade val="100000"/>
                <a:satMod val="100000"/>
                <a:lumMod val="100000"/>
              </a:schemeClr>
            </a:gs>
            <a:gs pos="100000">
              <a:schemeClr val="accent5">
                <a:hueOff val="883645"/>
                <a:satOff val="312"/>
                <a:lumOff val="2781"/>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Challenges Spotted</a:t>
          </a:r>
        </a:p>
      </dsp:txBody>
      <dsp:txXfrm>
        <a:off x="2527622" y="2737777"/>
        <a:ext cx="1738705" cy="1017888"/>
      </dsp:txXfrm>
    </dsp:sp>
    <dsp:sp modelId="{61F58A58-931B-4CE7-9797-EF0B071A4DB0}">
      <dsp:nvSpPr>
        <dsp:cNvPr id="0" name=""/>
        <dsp:cNvSpPr/>
      </dsp:nvSpPr>
      <dsp:spPr>
        <a:xfrm>
          <a:off x="2861961" y="4240643"/>
          <a:ext cx="2391116" cy="162183"/>
        </a:xfrm>
        <a:prstGeom prst="rect">
          <a:avLst/>
        </a:prstGeom>
        <a:gradFill rotWithShape="0">
          <a:gsLst>
            <a:gs pos="0">
              <a:schemeClr val="accent5">
                <a:hueOff val="1458014"/>
                <a:satOff val="515"/>
                <a:lumOff val="4588"/>
                <a:alphaOff val="0"/>
                <a:tint val="97000"/>
                <a:satMod val="100000"/>
                <a:lumMod val="102000"/>
              </a:schemeClr>
            </a:gs>
            <a:gs pos="50000">
              <a:schemeClr val="accent5">
                <a:hueOff val="1458014"/>
                <a:satOff val="515"/>
                <a:lumOff val="4588"/>
                <a:alphaOff val="0"/>
                <a:shade val="100000"/>
                <a:satMod val="100000"/>
                <a:lumMod val="100000"/>
              </a:schemeClr>
            </a:gs>
            <a:gs pos="100000">
              <a:schemeClr val="accent5">
                <a:hueOff val="1458014"/>
                <a:satOff val="515"/>
                <a:lumOff val="4588"/>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C38DFD15-9E31-46D8-9692-59B26AE8B5F0}">
      <dsp:nvSpPr>
        <dsp:cNvPr id="0" name=""/>
        <dsp:cNvSpPr/>
      </dsp:nvSpPr>
      <dsp:spPr>
        <a:xfrm>
          <a:off x="2495954" y="4057640"/>
          <a:ext cx="1802041" cy="1081224"/>
        </a:xfrm>
        <a:prstGeom prst="roundRect">
          <a:avLst>
            <a:gd name="adj" fmla="val 10000"/>
          </a:avLst>
        </a:prstGeom>
        <a:gradFill rotWithShape="0">
          <a:gsLst>
            <a:gs pos="0">
              <a:schemeClr val="accent5">
                <a:hueOff val="1325467"/>
                <a:satOff val="469"/>
                <a:lumOff val="4171"/>
                <a:alphaOff val="0"/>
                <a:tint val="97000"/>
                <a:satMod val="100000"/>
                <a:lumMod val="102000"/>
              </a:schemeClr>
            </a:gs>
            <a:gs pos="50000">
              <a:schemeClr val="accent5">
                <a:hueOff val="1325467"/>
                <a:satOff val="469"/>
                <a:lumOff val="4171"/>
                <a:alphaOff val="0"/>
                <a:shade val="100000"/>
                <a:satMod val="100000"/>
                <a:lumMod val="100000"/>
              </a:schemeClr>
            </a:gs>
            <a:gs pos="100000">
              <a:schemeClr val="accent5">
                <a:hueOff val="1325467"/>
                <a:satOff val="469"/>
                <a:lumOff val="4171"/>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Key Achievements</a:t>
          </a:r>
        </a:p>
      </dsp:txBody>
      <dsp:txXfrm>
        <a:off x="2527622" y="4089308"/>
        <a:ext cx="1738705" cy="1017888"/>
      </dsp:txXfrm>
    </dsp:sp>
    <dsp:sp modelId="{A273550C-485D-410E-A35E-C9DADDC4F66E}">
      <dsp:nvSpPr>
        <dsp:cNvPr id="0" name=""/>
        <dsp:cNvSpPr/>
      </dsp:nvSpPr>
      <dsp:spPr>
        <a:xfrm rot="16200000">
          <a:off x="4582910" y="3564878"/>
          <a:ext cx="1345932" cy="162183"/>
        </a:xfrm>
        <a:prstGeom prst="rect">
          <a:avLst/>
        </a:prstGeom>
        <a:gradFill rotWithShape="0">
          <a:gsLst>
            <a:gs pos="0">
              <a:schemeClr val="accent5">
                <a:hueOff val="1944018"/>
                <a:satOff val="687"/>
                <a:lumOff val="6118"/>
                <a:alphaOff val="0"/>
                <a:tint val="97000"/>
                <a:satMod val="100000"/>
                <a:lumMod val="102000"/>
              </a:schemeClr>
            </a:gs>
            <a:gs pos="50000">
              <a:schemeClr val="accent5">
                <a:hueOff val="1944018"/>
                <a:satOff val="687"/>
                <a:lumOff val="6118"/>
                <a:alphaOff val="0"/>
                <a:shade val="100000"/>
                <a:satMod val="100000"/>
                <a:lumMod val="100000"/>
              </a:schemeClr>
            </a:gs>
            <a:gs pos="100000">
              <a:schemeClr val="accent5">
                <a:hueOff val="1944018"/>
                <a:satOff val="687"/>
                <a:lumOff val="6118"/>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61447C19-D0CB-41E1-89B1-A256341C3EE7}">
      <dsp:nvSpPr>
        <dsp:cNvPr id="0" name=""/>
        <dsp:cNvSpPr/>
      </dsp:nvSpPr>
      <dsp:spPr>
        <a:xfrm>
          <a:off x="4892668" y="4057640"/>
          <a:ext cx="1802041" cy="1081224"/>
        </a:xfrm>
        <a:prstGeom prst="roundRect">
          <a:avLst>
            <a:gd name="adj" fmla="val 10000"/>
          </a:avLst>
        </a:prstGeom>
        <a:gradFill rotWithShape="0">
          <a:gsLst>
            <a:gs pos="0">
              <a:schemeClr val="accent5">
                <a:hueOff val="1767289"/>
                <a:satOff val="625"/>
                <a:lumOff val="5561"/>
                <a:alphaOff val="0"/>
                <a:tint val="97000"/>
                <a:satMod val="100000"/>
                <a:lumMod val="102000"/>
              </a:schemeClr>
            </a:gs>
            <a:gs pos="50000">
              <a:schemeClr val="accent5">
                <a:hueOff val="1767289"/>
                <a:satOff val="625"/>
                <a:lumOff val="5561"/>
                <a:alphaOff val="0"/>
                <a:shade val="100000"/>
                <a:satMod val="100000"/>
                <a:lumMod val="100000"/>
              </a:schemeClr>
            </a:gs>
            <a:gs pos="100000">
              <a:schemeClr val="accent5">
                <a:hueOff val="1767289"/>
                <a:satOff val="625"/>
                <a:lumOff val="5561"/>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Community and personal integration</a:t>
          </a:r>
        </a:p>
      </dsp:txBody>
      <dsp:txXfrm>
        <a:off x="4924336" y="4089308"/>
        <a:ext cx="1738705" cy="1017888"/>
      </dsp:txXfrm>
    </dsp:sp>
    <dsp:sp modelId="{829D81C4-A526-47D2-9377-4892691A13B6}">
      <dsp:nvSpPr>
        <dsp:cNvPr id="0" name=""/>
        <dsp:cNvSpPr/>
      </dsp:nvSpPr>
      <dsp:spPr>
        <a:xfrm rot="16200000">
          <a:off x="4582910" y="2213347"/>
          <a:ext cx="1345932" cy="162183"/>
        </a:xfrm>
        <a:prstGeom prst="rect">
          <a:avLst/>
        </a:prstGeom>
        <a:gradFill rotWithShape="0">
          <a:gsLst>
            <a:gs pos="0">
              <a:schemeClr val="accent5">
                <a:hueOff val="2430022"/>
                <a:satOff val="859"/>
                <a:lumOff val="7647"/>
                <a:alphaOff val="0"/>
                <a:tint val="97000"/>
                <a:satMod val="100000"/>
                <a:lumMod val="102000"/>
              </a:schemeClr>
            </a:gs>
            <a:gs pos="50000">
              <a:schemeClr val="accent5">
                <a:hueOff val="2430022"/>
                <a:satOff val="859"/>
                <a:lumOff val="7647"/>
                <a:alphaOff val="0"/>
                <a:shade val="100000"/>
                <a:satMod val="100000"/>
                <a:lumMod val="100000"/>
              </a:schemeClr>
            </a:gs>
            <a:gs pos="100000">
              <a:schemeClr val="accent5">
                <a:hueOff val="2430022"/>
                <a:satOff val="859"/>
                <a:lumOff val="7647"/>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1B42C54A-90A5-4300-A533-6D1FF5EAC96F}">
      <dsp:nvSpPr>
        <dsp:cNvPr id="0" name=""/>
        <dsp:cNvSpPr/>
      </dsp:nvSpPr>
      <dsp:spPr>
        <a:xfrm>
          <a:off x="4892668" y="2706109"/>
          <a:ext cx="1802041" cy="1081224"/>
        </a:xfrm>
        <a:prstGeom prst="roundRect">
          <a:avLst>
            <a:gd name="adj" fmla="val 10000"/>
          </a:avLst>
        </a:prstGeom>
        <a:gradFill rotWithShape="0">
          <a:gsLst>
            <a:gs pos="0">
              <a:schemeClr val="accent5">
                <a:hueOff val="2209111"/>
                <a:satOff val="781"/>
                <a:lumOff val="6952"/>
                <a:alphaOff val="0"/>
                <a:tint val="97000"/>
                <a:satMod val="100000"/>
                <a:lumMod val="102000"/>
              </a:schemeClr>
            </a:gs>
            <a:gs pos="50000">
              <a:schemeClr val="accent5">
                <a:hueOff val="2209111"/>
                <a:satOff val="781"/>
                <a:lumOff val="6952"/>
                <a:alphaOff val="0"/>
                <a:shade val="100000"/>
                <a:satMod val="100000"/>
                <a:lumMod val="100000"/>
              </a:schemeClr>
            </a:gs>
            <a:gs pos="100000">
              <a:schemeClr val="accent5">
                <a:hueOff val="2209111"/>
                <a:satOff val="781"/>
                <a:lumOff val="6952"/>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Professional and social Experience</a:t>
          </a:r>
        </a:p>
      </dsp:txBody>
      <dsp:txXfrm>
        <a:off x="4924336" y="2737777"/>
        <a:ext cx="1738705" cy="1017888"/>
      </dsp:txXfrm>
    </dsp:sp>
    <dsp:sp modelId="{51803E34-8B2D-47C8-A138-7024F265713F}">
      <dsp:nvSpPr>
        <dsp:cNvPr id="0" name=""/>
        <dsp:cNvSpPr/>
      </dsp:nvSpPr>
      <dsp:spPr>
        <a:xfrm rot="16200000">
          <a:off x="4582910" y="861816"/>
          <a:ext cx="1345932" cy="162183"/>
        </a:xfrm>
        <a:prstGeom prst="rect">
          <a:avLst/>
        </a:prstGeom>
        <a:gradFill rotWithShape="0">
          <a:gsLst>
            <a:gs pos="0">
              <a:schemeClr val="accent5">
                <a:hueOff val="2916027"/>
                <a:satOff val="1031"/>
                <a:lumOff val="9176"/>
                <a:alphaOff val="0"/>
                <a:tint val="97000"/>
                <a:satMod val="100000"/>
                <a:lumMod val="102000"/>
              </a:schemeClr>
            </a:gs>
            <a:gs pos="50000">
              <a:schemeClr val="accent5">
                <a:hueOff val="2916027"/>
                <a:satOff val="1031"/>
                <a:lumOff val="9176"/>
                <a:alphaOff val="0"/>
                <a:shade val="100000"/>
                <a:satMod val="100000"/>
                <a:lumMod val="100000"/>
              </a:schemeClr>
            </a:gs>
            <a:gs pos="100000">
              <a:schemeClr val="accent5">
                <a:hueOff val="2916027"/>
                <a:satOff val="1031"/>
                <a:lumOff val="9176"/>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F0A9BD00-4E2D-4E34-A8FB-C78DE9EBE2BE}">
      <dsp:nvSpPr>
        <dsp:cNvPr id="0" name=""/>
        <dsp:cNvSpPr/>
      </dsp:nvSpPr>
      <dsp:spPr>
        <a:xfrm>
          <a:off x="4892668" y="1354578"/>
          <a:ext cx="1802041" cy="1081224"/>
        </a:xfrm>
        <a:prstGeom prst="roundRect">
          <a:avLst>
            <a:gd name="adj" fmla="val 10000"/>
          </a:avLst>
        </a:prstGeom>
        <a:gradFill rotWithShape="0">
          <a:gsLst>
            <a:gs pos="0">
              <a:schemeClr val="accent5">
                <a:hueOff val="2650934"/>
                <a:satOff val="937"/>
                <a:lumOff val="8342"/>
                <a:alphaOff val="0"/>
                <a:tint val="97000"/>
                <a:satMod val="100000"/>
                <a:lumMod val="102000"/>
              </a:schemeClr>
            </a:gs>
            <a:gs pos="50000">
              <a:schemeClr val="accent5">
                <a:hueOff val="2650934"/>
                <a:satOff val="937"/>
                <a:lumOff val="8342"/>
                <a:alphaOff val="0"/>
                <a:shade val="100000"/>
                <a:satMod val="100000"/>
                <a:lumMod val="100000"/>
              </a:schemeClr>
            </a:gs>
            <a:gs pos="100000">
              <a:schemeClr val="accent5">
                <a:hueOff val="2650934"/>
                <a:satOff val="937"/>
                <a:lumOff val="8342"/>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Cultural shock</a:t>
          </a:r>
        </a:p>
      </dsp:txBody>
      <dsp:txXfrm>
        <a:off x="4924336" y="1386246"/>
        <a:ext cx="1738705" cy="1017888"/>
      </dsp:txXfrm>
    </dsp:sp>
    <dsp:sp modelId="{14600D6F-2822-4FEE-8FA2-CBB23019C4B0}">
      <dsp:nvSpPr>
        <dsp:cNvPr id="0" name=""/>
        <dsp:cNvSpPr/>
      </dsp:nvSpPr>
      <dsp:spPr>
        <a:xfrm>
          <a:off x="5258675" y="186051"/>
          <a:ext cx="2391116" cy="162183"/>
        </a:xfrm>
        <a:prstGeom prst="rect">
          <a:avLst/>
        </a:prstGeom>
        <a:gradFill rotWithShape="0">
          <a:gsLst>
            <a:gs pos="0">
              <a:schemeClr val="accent5">
                <a:hueOff val="3402031"/>
                <a:satOff val="1203"/>
                <a:lumOff val="10706"/>
                <a:alphaOff val="0"/>
                <a:tint val="97000"/>
                <a:satMod val="100000"/>
                <a:lumMod val="102000"/>
              </a:schemeClr>
            </a:gs>
            <a:gs pos="50000">
              <a:schemeClr val="accent5">
                <a:hueOff val="3402031"/>
                <a:satOff val="1203"/>
                <a:lumOff val="10706"/>
                <a:alphaOff val="0"/>
                <a:shade val="100000"/>
                <a:satMod val="100000"/>
                <a:lumMod val="100000"/>
              </a:schemeClr>
            </a:gs>
            <a:gs pos="100000">
              <a:schemeClr val="accent5">
                <a:hueOff val="3402031"/>
                <a:satOff val="1203"/>
                <a:lumOff val="10706"/>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C57EFF8B-8064-442B-9E27-453E055FBDF2}">
      <dsp:nvSpPr>
        <dsp:cNvPr id="0" name=""/>
        <dsp:cNvSpPr/>
      </dsp:nvSpPr>
      <dsp:spPr>
        <a:xfrm>
          <a:off x="4892668" y="3047"/>
          <a:ext cx="1802041" cy="1081224"/>
        </a:xfrm>
        <a:prstGeom prst="roundRect">
          <a:avLst>
            <a:gd name="adj" fmla="val 10000"/>
          </a:avLst>
        </a:prstGeom>
        <a:gradFill rotWithShape="0">
          <a:gsLst>
            <a:gs pos="0">
              <a:schemeClr val="accent5">
                <a:hueOff val="3092756"/>
                <a:satOff val="1093"/>
                <a:lumOff val="9733"/>
                <a:alphaOff val="0"/>
                <a:tint val="97000"/>
                <a:satMod val="100000"/>
                <a:lumMod val="102000"/>
              </a:schemeClr>
            </a:gs>
            <a:gs pos="50000">
              <a:schemeClr val="accent5">
                <a:hueOff val="3092756"/>
                <a:satOff val="1093"/>
                <a:lumOff val="9733"/>
                <a:alphaOff val="0"/>
                <a:shade val="100000"/>
                <a:satMod val="100000"/>
                <a:lumMod val="100000"/>
              </a:schemeClr>
            </a:gs>
            <a:gs pos="100000">
              <a:schemeClr val="accent5">
                <a:hueOff val="3092756"/>
                <a:satOff val="1093"/>
                <a:lumOff val="9733"/>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Challenges and mitigation strategies</a:t>
          </a:r>
        </a:p>
      </dsp:txBody>
      <dsp:txXfrm>
        <a:off x="4924336" y="34715"/>
        <a:ext cx="1738705" cy="1017888"/>
      </dsp:txXfrm>
    </dsp:sp>
    <dsp:sp modelId="{3D446236-ADED-42BF-AFC4-6BAFEE427F35}">
      <dsp:nvSpPr>
        <dsp:cNvPr id="0" name=""/>
        <dsp:cNvSpPr/>
      </dsp:nvSpPr>
      <dsp:spPr>
        <a:xfrm rot="5400000">
          <a:off x="6979625" y="861816"/>
          <a:ext cx="1345932" cy="162183"/>
        </a:xfrm>
        <a:prstGeom prst="rect">
          <a:avLst/>
        </a:prstGeom>
        <a:gradFill rotWithShape="0">
          <a:gsLst>
            <a:gs pos="0">
              <a:schemeClr val="accent5">
                <a:hueOff val="3888036"/>
                <a:satOff val="1374"/>
                <a:lumOff val="12235"/>
                <a:alphaOff val="0"/>
                <a:tint val="97000"/>
                <a:satMod val="100000"/>
                <a:lumMod val="102000"/>
              </a:schemeClr>
            </a:gs>
            <a:gs pos="50000">
              <a:schemeClr val="accent5">
                <a:hueOff val="3888036"/>
                <a:satOff val="1374"/>
                <a:lumOff val="12235"/>
                <a:alphaOff val="0"/>
                <a:shade val="100000"/>
                <a:satMod val="100000"/>
                <a:lumMod val="100000"/>
              </a:schemeClr>
            </a:gs>
            <a:gs pos="100000">
              <a:schemeClr val="accent5">
                <a:hueOff val="3888036"/>
                <a:satOff val="1374"/>
                <a:lumOff val="12235"/>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E602007D-0001-4844-9597-758888359EDC}">
      <dsp:nvSpPr>
        <dsp:cNvPr id="0" name=""/>
        <dsp:cNvSpPr/>
      </dsp:nvSpPr>
      <dsp:spPr>
        <a:xfrm>
          <a:off x="7289383" y="3047"/>
          <a:ext cx="1802041" cy="1081224"/>
        </a:xfrm>
        <a:prstGeom prst="roundRect">
          <a:avLst>
            <a:gd name="adj" fmla="val 10000"/>
          </a:avLst>
        </a:prstGeom>
        <a:gradFill rotWithShape="0">
          <a:gsLst>
            <a:gs pos="0">
              <a:schemeClr val="accent5">
                <a:hueOff val="3534578"/>
                <a:satOff val="1249"/>
                <a:lumOff val="11123"/>
                <a:alphaOff val="0"/>
                <a:tint val="97000"/>
                <a:satMod val="100000"/>
                <a:lumMod val="102000"/>
              </a:schemeClr>
            </a:gs>
            <a:gs pos="50000">
              <a:schemeClr val="accent5">
                <a:hueOff val="3534578"/>
                <a:satOff val="1249"/>
                <a:lumOff val="11123"/>
                <a:alphaOff val="0"/>
                <a:shade val="100000"/>
                <a:satMod val="100000"/>
                <a:lumMod val="100000"/>
              </a:schemeClr>
            </a:gs>
            <a:gs pos="100000">
              <a:schemeClr val="accent5">
                <a:hueOff val="3534578"/>
                <a:satOff val="1249"/>
                <a:lumOff val="11123"/>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Impacts and Lessons Learnt</a:t>
          </a:r>
        </a:p>
      </dsp:txBody>
      <dsp:txXfrm>
        <a:off x="7321051" y="34715"/>
        <a:ext cx="1738705" cy="1017888"/>
      </dsp:txXfrm>
    </dsp:sp>
    <dsp:sp modelId="{C5F710E3-52BF-417A-A052-E4B320AC96B8}">
      <dsp:nvSpPr>
        <dsp:cNvPr id="0" name=""/>
        <dsp:cNvSpPr/>
      </dsp:nvSpPr>
      <dsp:spPr>
        <a:xfrm rot="5400000">
          <a:off x="6979625" y="2213347"/>
          <a:ext cx="1345932" cy="162183"/>
        </a:xfrm>
        <a:prstGeom prst="rect">
          <a:avLst/>
        </a:prstGeom>
        <a:gradFill rotWithShape="0">
          <a:gsLst>
            <a:gs pos="0">
              <a:schemeClr val="accent5">
                <a:hueOff val="4374040"/>
                <a:satOff val="1546"/>
                <a:lumOff val="13765"/>
                <a:alphaOff val="0"/>
                <a:tint val="97000"/>
                <a:satMod val="100000"/>
                <a:lumMod val="102000"/>
              </a:schemeClr>
            </a:gs>
            <a:gs pos="50000">
              <a:schemeClr val="accent5">
                <a:hueOff val="4374040"/>
                <a:satOff val="1546"/>
                <a:lumOff val="13765"/>
                <a:alphaOff val="0"/>
                <a:shade val="100000"/>
                <a:satMod val="100000"/>
                <a:lumMod val="100000"/>
              </a:schemeClr>
            </a:gs>
            <a:gs pos="100000">
              <a:schemeClr val="accent5">
                <a:hueOff val="4374040"/>
                <a:satOff val="1546"/>
                <a:lumOff val="13765"/>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B79AB46D-C48C-4AD9-A0B3-B84896B46F64}">
      <dsp:nvSpPr>
        <dsp:cNvPr id="0" name=""/>
        <dsp:cNvSpPr/>
      </dsp:nvSpPr>
      <dsp:spPr>
        <a:xfrm>
          <a:off x="7289383" y="1354578"/>
          <a:ext cx="1802041" cy="1081224"/>
        </a:xfrm>
        <a:prstGeom prst="roundRect">
          <a:avLst>
            <a:gd name="adj" fmla="val 10000"/>
          </a:avLst>
        </a:prstGeom>
        <a:gradFill rotWithShape="0">
          <a:gsLst>
            <a:gs pos="0">
              <a:schemeClr val="accent5">
                <a:hueOff val="3976400"/>
                <a:satOff val="1406"/>
                <a:lumOff val="12513"/>
                <a:alphaOff val="0"/>
                <a:tint val="97000"/>
                <a:satMod val="100000"/>
                <a:lumMod val="102000"/>
              </a:schemeClr>
            </a:gs>
            <a:gs pos="50000">
              <a:schemeClr val="accent5">
                <a:hueOff val="3976400"/>
                <a:satOff val="1406"/>
                <a:lumOff val="12513"/>
                <a:alphaOff val="0"/>
                <a:shade val="100000"/>
                <a:satMod val="100000"/>
                <a:lumMod val="100000"/>
              </a:schemeClr>
            </a:gs>
            <a:gs pos="100000">
              <a:schemeClr val="accent5">
                <a:hueOff val="3976400"/>
                <a:satOff val="1406"/>
                <a:lumOff val="12513"/>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Looking ahead</a:t>
          </a:r>
        </a:p>
      </dsp:txBody>
      <dsp:txXfrm>
        <a:off x="7321051" y="1386246"/>
        <a:ext cx="1738705" cy="1017888"/>
      </dsp:txXfrm>
    </dsp:sp>
    <dsp:sp modelId="{A2DCAD87-4EA4-4917-9847-535A45175911}">
      <dsp:nvSpPr>
        <dsp:cNvPr id="0" name=""/>
        <dsp:cNvSpPr/>
      </dsp:nvSpPr>
      <dsp:spPr>
        <a:xfrm rot="5400000">
          <a:off x="6979625" y="3564878"/>
          <a:ext cx="1345932" cy="162183"/>
        </a:xfrm>
        <a:prstGeom prst="rect">
          <a:avLst/>
        </a:prstGeom>
        <a:gradFill rotWithShape="0">
          <a:gsLst>
            <a:gs pos="0">
              <a:schemeClr val="accent5">
                <a:hueOff val="4860045"/>
                <a:satOff val="1718"/>
                <a:lumOff val="15294"/>
                <a:alphaOff val="0"/>
                <a:tint val="97000"/>
                <a:satMod val="100000"/>
                <a:lumMod val="102000"/>
              </a:schemeClr>
            </a:gs>
            <a:gs pos="50000">
              <a:schemeClr val="accent5">
                <a:hueOff val="4860045"/>
                <a:satOff val="1718"/>
                <a:lumOff val="15294"/>
                <a:alphaOff val="0"/>
                <a:shade val="100000"/>
                <a:satMod val="100000"/>
                <a:lumMod val="100000"/>
              </a:schemeClr>
            </a:gs>
            <a:gs pos="100000">
              <a:schemeClr val="accent5">
                <a:hueOff val="4860045"/>
                <a:satOff val="1718"/>
                <a:lumOff val="15294"/>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sp>
    <dsp:sp modelId="{D7033591-3E58-473E-B454-894E43E6DE51}">
      <dsp:nvSpPr>
        <dsp:cNvPr id="0" name=""/>
        <dsp:cNvSpPr/>
      </dsp:nvSpPr>
      <dsp:spPr>
        <a:xfrm>
          <a:off x="7289383" y="2706109"/>
          <a:ext cx="1802041" cy="1081224"/>
        </a:xfrm>
        <a:prstGeom prst="roundRect">
          <a:avLst>
            <a:gd name="adj" fmla="val 10000"/>
          </a:avLst>
        </a:prstGeom>
        <a:gradFill rotWithShape="0">
          <a:gsLst>
            <a:gs pos="0">
              <a:schemeClr val="accent5">
                <a:hueOff val="4418223"/>
                <a:satOff val="1562"/>
                <a:lumOff val="13904"/>
                <a:alphaOff val="0"/>
                <a:tint val="97000"/>
                <a:satMod val="100000"/>
                <a:lumMod val="102000"/>
              </a:schemeClr>
            </a:gs>
            <a:gs pos="50000">
              <a:schemeClr val="accent5">
                <a:hueOff val="4418223"/>
                <a:satOff val="1562"/>
                <a:lumOff val="13904"/>
                <a:alphaOff val="0"/>
                <a:shade val="100000"/>
                <a:satMod val="100000"/>
                <a:lumMod val="100000"/>
              </a:schemeClr>
            </a:gs>
            <a:gs pos="100000">
              <a:schemeClr val="accent5">
                <a:hueOff val="4418223"/>
                <a:satOff val="1562"/>
                <a:lumOff val="13904"/>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Appreciation</a:t>
          </a:r>
        </a:p>
      </dsp:txBody>
      <dsp:txXfrm>
        <a:off x="7321051" y="2737777"/>
        <a:ext cx="1738705" cy="1017888"/>
      </dsp:txXfrm>
    </dsp:sp>
    <dsp:sp modelId="{4F9528B2-48A9-4581-BC5E-51346AC0C94D}">
      <dsp:nvSpPr>
        <dsp:cNvPr id="0" name=""/>
        <dsp:cNvSpPr/>
      </dsp:nvSpPr>
      <dsp:spPr>
        <a:xfrm>
          <a:off x="7289383" y="4057640"/>
          <a:ext cx="1802041" cy="1081224"/>
        </a:xfrm>
        <a:prstGeom prst="roundRect">
          <a:avLst>
            <a:gd name="adj" fmla="val 10000"/>
          </a:avLst>
        </a:prstGeom>
        <a:gradFill rotWithShape="0">
          <a:gsLst>
            <a:gs pos="0">
              <a:schemeClr val="accent5">
                <a:hueOff val="4860045"/>
                <a:satOff val="1718"/>
                <a:lumOff val="15294"/>
                <a:alphaOff val="0"/>
                <a:tint val="97000"/>
                <a:satMod val="100000"/>
                <a:lumMod val="102000"/>
              </a:schemeClr>
            </a:gs>
            <a:gs pos="50000">
              <a:schemeClr val="accent5">
                <a:hueOff val="4860045"/>
                <a:satOff val="1718"/>
                <a:lumOff val="15294"/>
                <a:alphaOff val="0"/>
                <a:shade val="100000"/>
                <a:satMod val="100000"/>
                <a:lumMod val="100000"/>
              </a:schemeClr>
            </a:gs>
            <a:gs pos="100000">
              <a:schemeClr val="accent5">
                <a:hueOff val="4860045"/>
                <a:satOff val="1718"/>
                <a:lumOff val="15294"/>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Conclusion</a:t>
          </a:r>
        </a:p>
      </dsp:txBody>
      <dsp:txXfrm>
        <a:off x="7321051" y="4089308"/>
        <a:ext cx="1738705" cy="10178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093AE8-2D25-4568-89DD-65E59BD9D521}">
      <dsp:nvSpPr>
        <dsp:cNvPr id="0" name=""/>
        <dsp:cNvSpPr/>
      </dsp:nvSpPr>
      <dsp:spPr>
        <a:xfrm>
          <a:off x="1313893" y="2168"/>
          <a:ext cx="2729880" cy="2183904"/>
        </a:xfrm>
        <a:prstGeom prst="rect">
          <a:avLst/>
        </a:prstGeom>
        <a:blipFill>
          <a:blip xmlns:r="http://schemas.openxmlformats.org/officeDocument/2006/relationships" r:embed="rId1"/>
          <a:srcRect/>
          <a:stretch>
            <a:fillRect t="-33000" b="-33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F95D57-A205-4A1C-94A2-E4239AB0D875}">
      <dsp:nvSpPr>
        <dsp:cNvPr id="0" name=""/>
        <dsp:cNvSpPr/>
      </dsp:nvSpPr>
      <dsp:spPr>
        <a:xfrm>
          <a:off x="1559583" y="1967682"/>
          <a:ext cx="2429593" cy="764366"/>
        </a:xfrm>
        <a:prstGeom prst="wedgeRectCallout">
          <a:avLst>
            <a:gd name="adj1" fmla="val 20250"/>
            <a:gd name="adj2" fmla="val -607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baseline="0" dirty="0">
              <a:solidFill>
                <a:schemeClr val="bg1"/>
              </a:solidFill>
              <a:latin typeface="Arial" panose="020B0604020202020204" pitchFamily="34" charset="0"/>
              <a:cs typeface="Arial" panose="020B0604020202020204" pitchFamily="34" charset="0"/>
              <a:sym typeface="Montserrat"/>
              <a:rtl val="0"/>
            </a:rPr>
            <a:t>Community Participation</a:t>
          </a:r>
          <a:endParaRPr lang="en-US" sz="1400" kern="1200" dirty="0">
            <a:solidFill>
              <a:schemeClr val="bg1"/>
            </a:solidFill>
          </a:endParaRPr>
        </a:p>
      </dsp:txBody>
      <dsp:txXfrm>
        <a:off x="1559583" y="1967682"/>
        <a:ext cx="2429593" cy="764366"/>
      </dsp:txXfrm>
    </dsp:sp>
    <dsp:sp modelId="{C52DF5F6-7A73-4C2A-A8CF-C69F85363FD6}">
      <dsp:nvSpPr>
        <dsp:cNvPr id="0" name=""/>
        <dsp:cNvSpPr/>
      </dsp:nvSpPr>
      <dsp:spPr>
        <a:xfrm>
          <a:off x="4316762" y="2168"/>
          <a:ext cx="2729880" cy="2183904"/>
        </a:xfrm>
        <a:prstGeom prst="rect">
          <a:avLst/>
        </a:prstGeom>
        <a:blipFill>
          <a:blip xmlns:r="http://schemas.openxmlformats.org/officeDocument/2006/relationships" r:embed="rId2"/>
          <a:srcRect/>
          <a:stretch>
            <a:fillRect l="-3000" r="-3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019066-E84C-4898-A53E-7BA004E450AB}">
      <dsp:nvSpPr>
        <dsp:cNvPr id="0" name=""/>
        <dsp:cNvSpPr/>
      </dsp:nvSpPr>
      <dsp:spPr>
        <a:xfrm>
          <a:off x="4562451" y="1967682"/>
          <a:ext cx="2429593" cy="764366"/>
        </a:xfrm>
        <a:prstGeom prst="wedgeRectCallout">
          <a:avLst>
            <a:gd name="adj1" fmla="val 20250"/>
            <a:gd name="adj2" fmla="val -607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latin typeface="Arial" panose="020B0604020202020204" pitchFamily="34" charset="0"/>
              <a:cs typeface="Arial" panose="020B0604020202020204" pitchFamily="34" charset="0"/>
            </a:rPr>
            <a:t>Operational efficiency improvements</a:t>
          </a:r>
          <a:endParaRPr lang="en-US" sz="1400" b="1" kern="1200" dirty="0">
            <a:solidFill>
              <a:schemeClr val="bg1"/>
            </a:solidFill>
          </a:endParaRPr>
        </a:p>
      </dsp:txBody>
      <dsp:txXfrm>
        <a:off x="4562451" y="1967682"/>
        <a:ext cx="2429593" cy="764366"/>
      </dsp:txXfrm>
    </dsp:sp>
    <dsp:sp modelId="{9AB4B3A0-2FD2-410A-BDF6-F77B19965767}">
      <dsp:nvSpPr>
        <dsp:cNvPr id="0" name=""/>
        <dsp:cNvSpPr/>
      </dsp:nvSpPr>
      <dsp:spPr>
        <a:xfrm>
          <a:off x="7319631" y="2168"/>
          <a:ext cx="2729880" cy="2183904"/>
        </a:xfrm>
        <a:prstGeom prst="rect">
          <a:avLst/>
        </a:prstGeom>
        <a:blipFill>
          <a:blip xmlns:r="http://schemas.openxmlformats.org/officeDocument/2006/relationships" r:embed="rId3"/>
          <a:srcRect/>
          <a:stretch>
            <a:fillRect l="-10000" r="-10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9A6E53-868D-4A2D-9643-CA92C9A63A3A}">
      <dsp:nvSpPr>
        <dsp:cNvPr id="0" name=""/>
        <dsp:cNvSpPr/>
      </dsp:nvSpPr>
      <dsp:spPr>
        <a:xfrm>
          <a:off x="7565320" y="1967682"/>
          <a:ext cx="2429593" cy="764366"/>
        </a:xfrm>
        <a:prstGeom prst="wedgeRectCallout">
          <a:avLst>
            <a:gd name="adj1" fmla="val 20250"/>
            <a:gd name="adj2" fmla="val -607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latin typeface="Arial" panose="020B0604020202020204" pitchFamily="34" charset="0"/>
              <a:cs typeface="Arial" panose="020B0604020202020204" pitchFamily="34" charset="0"/>
            </a:rPr>
            <a:t>Digital systems implementation </a:t>
          </a:r>
        </a:p>
        <a:p>
          <a:pPr marL="0" lvl="0" indent="0" algn="ctr" defTabSz="622300">
            <a:lnSpc>
              <a:spcPct val="90000"/>
            </a:lnSpc>
            <a:spcBef>
              <a:spcPct val="0"/>
            </a:spcBef>
            <a:spcAft>
              <a:spcPct val="35000"/>
            </a:spcAft>
            <a:buNone/>
          </a:pPr>
          <a:r>
            <a:rPr lang="en-US" sz="1400" b="1" kern="1200" dirty="0">
              <a:solidFill>
                <a:schemeClr val="bg1"/>
              </a:solidFill>
              <a:latin typeface="Arial" panose="020B0604020202020204" pitchFamily="34" charset="0"/>
              <a:cs typeface="Arial" panose="020B0604020202020204" pitchFamily="34" charset="0"/>
            </a:rPr>
            <a:t>across departments</a:t>
          </a:r>
          <a:endParaRPr lang="en-US" sz="1400" kern="1200" dirty="0">
            <a:solidFill>
              <a:schemeClr val="bg1"/>
            </a:solidFill>
          </a:endParaRPr>
        </a:p>
      </dsp:txBody>
      <dsp:txXfrm>
        <a:off x="7565320" y="1967682"/>
        <a:ext cx="2429593" cy="764366"/>
      </dsp:txXfrm>
    </dsp:sp>
    <dsp:sp modelId="{883DB625-A8C6-4474-B37C-C632B7F4F61B}">
      <dsp:nvSpPr>
        <dsp:cNvPr id="0" name=""/>
        <dsp:cNvSpPr/>
      </dsp:nvSpPr>
      <dsp:spPr>
        <a:xfrm>
          <a:off x="2815328" y="2849826"/>
          <a:ext cx="2729880" cy="2183904"/>
        </a:xfrm>
        <a:prstGeom prst="rect">
          <a:avLst/>
        </a:prstGeom>
        <a:blipFill>
          <a:blip xmlns:r="http://schemas.openxmlformats.org/officeDocument/2006/relationships" r:embed="rId4"/>
          <a:srcRect/>
          <a:stretch>
            <a:fillRect l="-3000" r="-3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A2FCC0-C1C5-47E3-9F82-DC171964E69C}">
      <dsp:nvSpPr>
        <dsp:cNvPr id="0" name=""/>
        <dsp:cNvSpPr/>
      </dsp:nvSpPr>
      <dsp:spPr>
        <a:xfrm>
          <a:off x="3061017" y="4732924"/>
          <a:ext cx="2429593" cy="764366"/>
        </a:xfrm>
        <a:prstGeom prst="wedgeRectCallout">
          <a:avLst>
            <a:gd name="adj1" fmla="val 20250"/>
            <a:gd name="adj2" fmla="val -607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latin typeface="Arial" panose="020B0604020202020204" pitchFamily="34" charset="0"/>
              <a:cs typeface="Arial" panose="020B0604020202020204" pitchFamily="34" charset="0"/>
            </a:rPr>
            <a:t>Cross-cultural professional growth </a:t>
          </a:r>
          <a:endParaRPr lang="en-US" sz="1400" kern="1200" dirty="0">
            <a:solidFill>
              <a:schemeClr val="bg1"/>
            </a:solidFill>
          </a:endParaRPr>
        </a:p>
      </dsp:txBody>
      <dsp:txXfrm>
        <a:off x="3061017" y="4732924"/>
        <a:ext cx="2429593" cy="764366"/>
      </dsp:txXfrm>
    </dsp:sp>
    <dsp:sp modelId="{BD2043E1-46D7-409E-AA16-C48797E1A36B}">
      <dsp:nvSpPr>
        <dsp:cNvPr id="0" name=""/>
        <dsp:cNvSpPr/>
      </dsp:nvSpPr>
      <dsp:spPr>
        <a:xfrm>
          <a:off x="5818197" y="2886363"/>
          <a:ext cx="2729880" cy="2183904"/>
        </a:xfrm>
        <a:prstGeom prst="rect">
          <a:avLst/>
        </a:prstGeom>
        <a:blipFill>
          <a:blip xmlns:r="http://schemas.openxmlformats.org/officeDocument/2006/relationships" r:embed="rId5"/>
          <a:srcRect/>
          <a:stretch>
            <a:fillRect l="-3000" r="-3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DE83AD4-1FE4-42A7-A470-82D2DA45A87A}">
      <dsp:nvSpPr>
        <dsp:cNvPr id="0" name=""/>
        <dsp:cNvSpPr/>
      </dsp:nvSpPr>
      <dsp:spPr>
        <a:xfrm>
          <a:off x="6063886" y="4751155"/>
          <a:ext cx="2429593" cy="764366"/>
        </a:xfrm>
        <a:prstGeom prst="wedgeRectCallout">
          <a:avLst>
            <a:gd name="adj1" fmla="val 20250"/>
            <a:gd name="adj2" fmla="val -607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latin typeface="Arial" panose="020B0604020202020204" pitchFamily="34" charset="0"/>
              <a:cs typeface="Arial" panose="020B0604020202020204" pitchFamily="34" charset="0"/>
            </a:rPr>
            <a:t>M&amp;E Field Support in refugee camps</a:t>
          </a:r>
        </a:p>
      </dsp:txBody>
      <dsp:txXfrm>
        <a:off x="6063886" y="4751155"/>
        <a:ext cx="2429593" cy="7643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52C83-9F70-4D3C-A7F2-992554507EF8}">
      <dsp:nvSpPr>
        <dsp:cNvPr id="0" name=""/>
        <dsp:cNvSpPr/>
      </dsp:nvSpPr>
      <dsp:spPr>
        <a:xfrm>
          <a:off x="4897611" y="13518"/>
          <a:ext cx="1153300" cy="1153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Understood NGO governance and structure</a:t>
          </a:r>
        </a:p>
      </dsp:txBody>
      <dsp:txXfrm>
        <a:off x="4897611" y="13518"/>
        <a:ext cx="1153300" cy="1153300"/>
      </dsp:txXfrm>
    </dsp:sp>
    <dsp:sp modelId="{FBD1F2B4-9F8D-464C-BA93-5F5503BD7641}">
      <dsp:nvSpPr>
        <dsp:cNvPr id="0" name=""/>
        <dsp:cNvSpPr/>
      </dsp:nvSpPr>
      <dsp:spPr>
        <a:xfrm>
          <a:off x="1371456" y="1847"/>
          <a:ext cx="5632830" cy="5632830"/>
        </a:xfrm>
        <a:prstGeom prst="circularArrow">
          <a:avLst>
            <a:gd name="adj1" fmla="val 3993"/>
            <a:gd name="adj2" fmla="val 250474"/>
            <a:gd name="adj3" fmla="val 20572404"/>
            <a:gd name="adj4" fmla="val 18983817"/>
            <a:gd name="adj5" fmla="val 4658"/>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1E7E85-86AC-4AFE-A8B3-8DD65BB38EE4}">
      <dsp:nvSpPr>
        <dsp:cNvPr id="0" name=""/>
        <dsp:cNvSpPr/>
      </dsp:nvSpPr>
      <dsp:spPr>
        <a:xfrm>
          <a:off x="6184002" y="2241612"/>
          <a:ext cx="1153300" cy="1153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Worked across departments (HR, MEAL, Programs)</a:t>
          </a:r>
        </a:p>
      </dsp:txBody>
      <dsp:txXfrm>
        <a:off x="6184002" y="2241612"/>
        <a:ext cx="1153300" cy="1153300"/>
      </dsp:txXfrm>
    </dsp:sp>
    <dsp:sp modelId="{A3DF9A4C-FD4C-49C7-ABAB-262AB09C72F4}">
      <dsp:nvSpPr>
        <dsp:cNvPr id="0" name=""/>
        <dsp:cNvSpPr/>
      </dsp:nvSpPr>
      <dsp:spPr>
        <a:xfrm>
          <a:off x="1371456" y="1847"/>
          <a:ext cx="5632830" cy="5632830"/>
        </a:xfrm>
        <a:prstGeom prst="circularArrow">
          <a:avLst>
            <a:gd name="adj1" fmla="val 3993"/>
            <a:gd name="adj2" fmla="val 250474"/>
            <a:gd name="adj3" fmla="val 2365709"/>
            <a:gd name="adj4" fmla="val 777121"/>
            <a:gd name="adj5" fmla="val 4658"/>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8258FA-8DA7-46F9-B3C0-BDA5D23B4716}">
      <dsp:nvSpPr>
        <dsp:cNvPr id="0" name=""/>
        <dsp:cNvSpPr/>
      </dsp:nvSpPr>
      <dsp:spPr>
        <a:xfrm>
          <a:off x="4897611" y="4469705"/>
          <a:ext cx="1153300" cy="1153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Improved strategic thinking and execution</a:t>
          </a:r>
        </a:p>
      </dsp:txBody>
      <dsp:txXfrm>
        <a:off x="4897611" y="4469705"/>
        <a:ext cx="1153300" cy="1153300"/>
      </dsp:txXfrm>
    </dsp:sp>
    <dsp:sp modelId="{4385741F-0E48-435E-BC63-237AD70A0C15}">
      <dsp:nvSpPr>
        <dsp:cNvPr id="0" name=""/>
        <dsp:cNvSpPr/>
      </dsp:nvSpPr>
      <dsp:spPr>
        <a:xfrm>
          <a:off x="1371456" y="1847"/>
          <a:ext cx="5632830" cy="5632830"/>
        </a:xfrm>
        <a:prstGeom prst="circularArrow">
          <a:avLst>
            <a:gd name="adj1" fmla="val 3993"/>
            <a:gd name="adj2" fmla="val 250474"/>
            <a:gd name="adj3" fmla="val 6110340"/>
            <a:gd name="adj4" fmla="val 4439186"/>
            <a:gd name="adj5" fmla="val 4658"/>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3D196A-D776-4981-B4B1-BA56B6C8516C}">
      <dsp:nvSpPr>
        <dsp:cNvPr id="0" name=""/>
        <dsp:cNvSpPr/>
      </dsp:nvSpPr>
      <dsp:spPr>
        <a:xfrm>
          <a:off x="2324831" y="4469705"/>
          <a:ext cx="1153300" cy="1153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Observed leadership decision-making processes</a:t>
          </a:r>
        </a:p>
      </dsp:txBody>
      <dsp:txXfrm>
        <a:off x="2324831" y="4469705"/>
        <a:ext cx="1153300" cy="1153300"/>
      </dsp:txXfrm>
    </dsp:sp>
    <dsp:sp modelId="{7EAE4CF3-D186-4FA2-BA16-4EE2552FE2F4}">
      <dsp:nvSpPr>
        <dsp:cNvPr id="0" name=""/>
        <dsp:cNvSpPr/>
      </dsp:nvSpPr>
      <dsp:spPr>
        <a:xfrm>
          <a:off x="1371456" y="1847"/>
          <a:ext cx="5632830" cy="5632830"/>
        </a:xfrm>
        <a:prstGeom prst="circularArrow">
          <a:avLst>
            <a:gd name="adj1" fmla="val 3993"/>
            <a:gd name="adj2" fmla="val 250474"/>
            <a:gd name="adj3" fmla="val 9772404"/>
            <a:gd name="adj4" fmla="val 8183817"/>
            <a:gd name="adj5" fmla="val 4658"/>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A8CBA4-149D-4317-9AD9-9C8AE148B58F}">
      <dsp:nvSpPr>
        <dsp:cNvPr id="0" name=""/>
        <dsp:cNvSpPr/>
      </dsp:nvSpPr>
      <dsp:spPr>
        <a:xfrm>
          <a:off x="1038440" y="2241612"/>
          <a:ext cx="1153300" cy="1153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Learnt the Ugandan immunization schedule</a:t>
          </a:r>
        </a:p>
      </dsp:txBody>
      <dsp:txXfrm>
        <a:off x="1038440" y="2241612"/>
        <a:ext cx="1153300" cy="1153300"/>
      </dsp:txXfrm>
    </dsp:sp>
    <dsp:sp modelId="{D5D24A2C-6BD9-4B2A-BCA4-A6F5B907B29D}">
      <dsp:nvSpPr>
        <dsp:cNvPr id="0" name=""/>
        <dsp:cNvSpPr/>
      </dsp:nvSpPr>
      <dsp:spPr>
        <a:xfrm>
          <a:off x="1371456" y="1847"/>
          <a:ext cx="5632830" cy="5632830"/>
        </a:xfrm>
        <a:prstGeom prst="circularArrow">
          <a:avLst>
            <a:gd name="adj1" fmla="val 3993"/>
            <a:gd name="adj2" fmla="val 250474"/>
            <a:gd name="adj3" fmla="val 13165709"/>
            <a:gd name="adj4" fmla="val 11577121"/>
            <a:gd name="adj5" fmla="val 4658"/>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4E43D3-5D29-465F-A8B8-566D8AEAFC84}">
      <dsp:nvSpPr>
        <dsp:cNvPr id="0" name=""/>
        <dsp:cNvSpPr/>
      </dsp:nvSpPr>
      <dsp:spPr>
        <a:xfrm>
          <a:off x="2324831" y="13518"/>
          <a:ext cx="1153300" cy="1153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Learnt the new malaria vaccine</a:t>
          </a:r>
        </a:p>
      </dsp:txBody>
      <dsp:txXfrm>
        <a:off x="2324831" y="13518"/>
        <a:ext cx="1153300" cy="1153300"/>
      </dsp:txXfrm>
    </dsp:sp>
    <dsp:sp modelId="{C3B71A43-332A-4AE3-83B8-6F96D9CE8414}">
      <dsp:nvSpPr>
        <dsp:cNvPr id="0" name=""/>
        <dsp:cNvSpPr/>
      </dsp:nvSpPr>
      <dsp:spPr>
        <a:xfrm>
          <a:off x="1371456" y="1847"/>
          <a:ext cx="5632830" cy="5632830"/>
        </a:xfrm>
        <a:prstGeom prst="circularArrow">
          <a:avLst>
            <a:gd name="adj1" fmla="val 3993"/>
            <a:gd name="adj2" fmla="val 250474"/>
            <a:gd name="adj3" fmla="val 16910340"/>
            <a:gd name="adj4" fmla="val 15239186"/>
            <a:gd name="adj5" fmla="val 4658"/>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F13694-A198-475A-8FB2-C23B6984F67F}">
      <dsp:nvSpPr>
        <dsp:cNvPr id="0" name=""/>
        <dsp:cNvSpPr/>
      </dsp:nvSpPr>
      <dsp:spPr>
        <a:xfrm>
          <a:off x="2709333" y="4402666"/>
          <a:ext cx="4863253" cy="0"/>
        </a:xfrm>
        <a:prstGeom prst="line">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87D9A1-89F8-4341-9390-BBB8F9E865AD}">
      <dsp:nvSpPr>
        <dsp:cNvPr id="0" name=""/>
        <dsp:cNvSpPr/>
      </dsp:nvSpPr>
      <dsp:spPr>
        <a:xfrm>
          <a:off x="2709333" y="1016000"/>
          <a:ext cx="4863253" cy="0"/>
        </a:xfrm>
        <a:prstGeom prst="line">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1E6F30-F539-4DAC-B08A-8D074CD19589}">
      <dsp:nvSpPr>
        <dsp:cNvPr id="0" name=""/>
        <dsp:cNvSpPr/>
      </dsp:nvSpPr>
      <dsp:spPr>
        <a:xfrm>
          <a:off x="0" y="0"/>
          <a:ext cx="5418667" cy="5418667"/>
        </a:xfrm>
        <a:prstGeom prst="ellipse">
          <a:avLst/>
        </a:prstGeom>
        <a:blipFill>
          <a:blip xmlns:r="http://schemas.openxmlformats.org/officeDocument/2006/relationships" r:embed="rId1"/>
          <a:srcRect/>
          <a:stretch>
            <a:fillRect l="-26000" r="-26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87E8908-F36C-46A5-8AC1-F43FB223A6F1}">
      <dsp:nvSpPr>
        <dsp:cNvPr id="0" name=""/>
        <dsp:cNvSpPr/>
      </dsp:nvSpPr>
      <dsp:spPr>
        <a:xfrm>
          <a:off x="878118" y="3180351"/>
          <a:ext cx="3467946" cy="1788160"/>
        </a:xfrm>
        <a:prstGeom prst="rect">
          <a:avLst/>
        </a:prstGeom>
        <a:noFill/>
        <a:ln w="127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2044700">
            <a:lnSpc>
              <a:spcPct val="90000"/>
            </a:lnSpc>
            <a:spcBef>
              <a:spcPct val="0"/>
            </a:spcBef>
            <a:spcAft>
              <a:spcPct val="35000"/>
            </a:spcAft>
            <a:buNone/>
          </a:pPr>
          <a:r>
            <a:rPr lang="en-US" sz="4600" kern="1200" dirty="0">
              <a:solidFill>
                <a:schemeClr val="bg1"/>
              </a:solidFill>
              <a:latin typeface="Aptos"/>
            </a:rPr>
            <a:t>International Women’s Day</a:t>
          </a:r>
          <a:endParaRPr lang="en-US" sz="4600" kern="1200" dirty="0">
            <a:solidFill>
              <a:schemeClr val="bg1"/>
            </a:solidFill>
          </a:endParaRPr>
        </a:p>
      </dsp:txBody>
      <dsp:txXfrm>
        <a:off x="878118" y="3180351"/>
        <a:ext cx="3467946" cy="1788160"/>
      </dsp:txXfrm>
    </dsp:sp>
    <dsp:sp modelId="{C4337E20-E888-46B6-8ED2-B3FC5DDE2A06}">
      <dsp:nvSpPr>
        <dsp:cNvPr id="0" name=""/>
        <dsp:cNvSpPr/>
      </dsp:nvSpPr>
      <dsp:spPr>
        <a:xfrm>
          <a:off x="6549617" y="19690"/>
          <a:ext cx="2032000" cy="2032000"/>
        </a:xfrm>
        <a:prstGeom prst="ellipse">
          <a:avLst/>
        </a:prstGeom>
        <a:blipFill>
          <a:blip xmlns:r="http://schemas.openxmlformats.org/officeDocument/2006/relationships" r:embed="rId2"/>
          <a:srcRect/>
          <a:stretch>
            <a:fillRect l="-17000" r="-17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759125-D92F-4078-BA47-EE3436612F94}">
      <dsp:nvSpPr>
        <dsp:cNvPr id="0" name=""/>
        <dsp:cNvSpPr/>
      </dsp:nvSpPr>
      <dsp:spPr>
        <a:xfrm>
          <a:off x="8588587" y="0"/>
          <a:ext cx="2455749" cy="203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0" rIns="83820" bIns="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Aptos"/>
            </a:rPr>
            <a:t>Community sensitization (River </a:t>
          </a:r>
          <a:r>
            <a:rPr lang="en-US" sz="2200" kern="1200" dirty="0" err="1">
              <a:latin typeface="Aptos"/>
            </a:rPr>
            <a:t>Enyau</a:t>
          </a:r>
          <a:r>
            <a:rPr lang="en-US" sz="2200" kern="1200" dirty="0">
              <a:latin typeface="Aptos"/>
            </a:rPr>
            <a:t>) under Environment and climate change project</a:t>
          </a:r>
          <a:endParaRPr lang="en-US" sz="2200" kern="1200" dirty="0"/>
        </a:p>
      </dsp:txBody>
      <dsp:txXfrm>
        <a:off x="8588587" y="0"/>
        <a:ext cx="2455749" cy="2032000"/>
      </dsp:txXfrm>
    </dsp:sp>
    <dsp:sp modelId="{6572AFD1-40B7-474A-8570-4D7AA92F8AB2}">
      <dsp:nvSpPr>
        <dsp:cNvPr id="0" name=""/>
        <dsp:cNvSpPr/>
      </dsp:nvSpPr>
      <dsp:spPr>
        <a:xfrm>
          <a:off x="6556587" y="3386666"/>
          <a:ext cx="2032000" cy="2032000"/>
        </a:xfrm>
        <a:prstGeom prst="ellipse">
          <a:avLst/>
        </a:prstGeom>
        <a:blipFill>
          <a:blip xmlns:r="http://schemas.openxmlformats.org/officeDocument/2006/relationships" r:embed="rId3"/>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9B59F56-0087-4402-8FD7-F2189241F343}">
      <dsp:nvSpPr>
        <dsp:cNvPr id="0" name=""/>
        <dsp:cNvSpPr/>
      </dsp:nvSpPr>
      <dsp:spPr>
        <a:xfrm>
          <a:off x="8588587" y="3386666"/>
          <a:ext cx="1005322" cy="203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0" rIns="83820" bIns="0" numCol="1" spcCol="1270" anchor="ctr" anchorCtr="0">
          <a:noAutofit/>
        </a:bodyPr>
        <a:lstStyle/>
        <a:p>
          <a:pPr marL="0" lvl="0" indent="0" algn="l" defTabSz="977900">
            <a:lnSpc>
              <a:spcPct val="90000"/>
            </a:lnSpc>
            <a:spcBef>
              <a:spcPct val="0"/>
            </a:spcBef>
            <a:spcAft>
              <a:spcPct val="35000"/>
            </a:spcAft>
            <a:buNone/>
          </a:pPr>
          <a:r>
            <a:rPr lang="en-US" sz="2200" kern="1200" dirty="0"/>
            <a:t>Youth warm-up activity</a:t>
          </a:r>
        </a:p>
      </dsp:txBody>
      <dsp:txXfrm>
        <a:off x="8588587" y="3386666"/>
        <a:ext cx="1005322" cy="2032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AF7D1-3D3C-4940-A45F-B23694B2DAD6}">
      <dsp:nvSpPr>
        <dsp:cNvPr id="0" name=""/>
        <dsp:cNvSpPr/>
      </dsp:nvSpPr>
      <dsp:spPr>
        <a:xfrm>
          <a:off x="160287" y="1204"/>
          <a:ext cx="2439756" cy="1680991"/>
        </a:xfrm>
        <a:prstGeom prst="roundRect">
          <a:avLst/>
        </a:prstGeom>
        <a:blipFill>
          <a:blip xmlns:r="http://schemas.openxmlformats.org/officeDocument/2006/relationships" r:embed="rId1"/>
          <a:srcRect/>
          <a:stretch>
            <a:fillRect t="-8000" b="-8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CF8920-A840-4F77-B387-E8D4DF8FE71F}">
      <dsp:nvSpPr>
        <dsp:cNvPr id="0" name=""/>
        <dsp:cNvSpPr/>
      </dsp:nvSpPr>
      <dsp:spPr>
        <a:xfrm>
          <a:off x="160287" y="1682196"/>
          <a:ext cx="2439756" cy="905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en-US" sz="2500" kern="1200" dirty="0"/>
            <a:t>Conducted monitoring visit</a:t>
          </a:r>
        </a:p>
      </dsp:txBody>
      <dsp:txXfrm>
        <a:off x="160287" y="1682196"/>
        <a:ext cx="2439756" cy="905149"/>
      </dsp:txXfrm>
    </dsp:sp>
    <dsp:sp modelId="{1F0BF360-1823-4A8B-9C15-3ADD591B287E}">
      <dsp:nvSpPr>
        <dsp:cNvPr id="0" name=""/>
        <dsp:cNvSpPr/>
      </dsp:nvSpPr>
      <dsp:spPr>
        <a:xfrm>
          <a:off x="2844121" y="1204"/>
          <a:ext cx="2439756" cy="1680991"/>
        </a:xfrm>
        <a:prstGeom prst="roundRect">
          <a:avLst/>
        </a:prstGeom>
        <a:blipFill>
          <a:blip xmlns:r="http://schemas.openxmlformats.org/officeDocument/2006/relationships" r:embed="rId2"/>
          <a:srcRect/>
          <a:stretch>
            <a:fillRect t="-5000" b="-5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CB03FB-D0C0-4A7D-879B-8C76A3F59F06}">
      <dsp:nvSpPr>
        <dsp:cNvPr id="0" name=""/>
        <dsp:cNvSpPr/>
      </dsp:nvSpPr>
      <dsp:spPr>
        <a:xfrm>
          <a:off x="2844121" y="1682196"/>
          <a:ext cx="2439756" cy="905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en-US" sz="2500" kern="1200" dirty="0"/>
            <a:t>Engaged with beneficiaries</a:t>
          </a:r>
        </a:p>
      </dsp:txBody>
      <dsp:txXfrm>
        <a:off x="2844121" y="1682196"/>
        <a:ext cx="2439756" cy="905149"/>
      </dsp:txXfrm>
    </dsp:sp>
    <dsp:sp modelId="{81F5E00C-1F2C-4ADB-AAE5-4E75FE0060EE}">
      <dsp:nvSpPr>
        <dsp:cNvPr id="0" name=""/>
        <dsp:cNvSpPr/>
      </dsp:nvSpPr>
      <dsp:spPr>
        <a:xfrm>
          <a:off x="5527956" y="1204"/>
          <a:ext cx="2439756" cy="1680991"/>
        </a:xfrm>
        <a:prstGeom prst="roundRect">
          <a:avLst/>
        </a:prstGeom>
        <a:blipFill>
          <a:blip xmlns:r="http://schemas.openxmlformats.org/officeDocument/2006/relationships" r:embed="rId3"/>
          <a:srcRect/>
          <a:stretch>
            <a:fillRect l="-1000" r="-1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F62F8D-46B4-40E0-9E33-1DFDE01EDE0C}">
      <dsp:nvSpPr>
        <dsp:cNvPr id="0" name=""/>
        <dsp:cNvSpPr/>
      </dsp:nvSpPr>
      <dsp:spPr>
        <a:xfrm>
          <a:off x="5527956" y="1682196"/>
          <a:ext cx="2439756" cy="905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en-US" sz="2500" kern="1200" dirty="0"/>
            <a:t>Collected field data</a:t>
          </a:r>
        </a:p>
      </dsp:txBody>
      <dsp:txXfrm>
        <a:off x="5527956" y="1682196"/>
        <a:ext cx="2439756" cy="905149"/>
      </dsp:txXfrm>
    </dsp:sp>
    <dsp:sp modelId="{B6E52866-90C8-408C-BDB2-91ECA0D23410}">
      <dsp:nvSpPr>
        <dsp:cNvPr id="0" name=""/>
        <dsp:cNvSpPr/>
      </dsp:nvSpPr>
      <dsp:spPr>
        <a:xfrm>
          <a:off x="1502204" y="2831321"/>
          <a:ext cx="2439756" cy="1680991"/>
        </a:xfrm>
        <a:prstGeom prst="roundRect">
          <a:avLst/>
        </a:prstGeom>
        <a:blipFill>
          <a:blip xmlns:r="http://schemas.openxmlformats.org/officeDocument/2006/relationships" r:embed="rId4"/>
          <a:srcRect/>
          <a:stretch>
            <a:fillRect t="-6000" b="-6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C20EF0-DA58-4AC5-97AA-C61B757D745D}">
      <dsp:nvSpPr>
        <dsp:cNvPr id="0" name=""/>
        <dsp:cNvSpPr/>
      </dsp:nvSpPr>
      <dsp:spPr>
        <a:xfrm>
          <a:off x="1502204" y="4512313"/>
          <a:ext cx="2439756" cy="905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en-US" sz="2500" kern="1200" dirty="0"/>
            <a:t>Assessed program impact</a:t>
          </a:r>
        </a:p>
      </dsp:txBody>
      <dsp:txXfrm>
        <a:off x="1502204" y="4512313"/>
        <a:ext cx="2439756" cy="905149"/>
      </dsp:txXfrm>
    </dsp:sp>
    <dsp:sp modelId="{01666366-4848-416D-8430-CD75CCA30EAD}">
      <dsp:nvSpPr>
        <dsp:cNvPr id="0" name=""/>
        <dsp:cNvSpPr/>
      </dsp:nvSpPr>
      <dsp:spPr>
        <a:xfrm>
          <a:off x="4186039" y="2831321"/>
          <a:ext cx="2439756" cy="1680991"/>
        </a:xfrm>
        <a:prstGeom prst="roundRect">
          <a:avLst/>
        </a:prstGeom>
        <a:blipFill>
          <a:blip xmlns:r="http://schemas.openxmlformats.org/officeDocument/2006/relationships" r:embed="rId5"/>
          <a:srcRect/>
          <a:stretch>
            <a:fillRect t="-26000" b="-26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DAD8D0-E3D4-4A81-A439-ACF5BF1CE4FA}">
      <dsp:nvSpPr>
        <dsp:cNvPr id="0" name=""/>
        <dsp:cNvSpPr/>
      </dsp:nvSpPr>
      <dsp:spPr>
        <a:xfrm>
          <a:off x="4186039" y="4512313"/>
          <a:ext cx="2439756" cy="905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en-US" sz="2500" kern="1200" dirty="0"/>
            <a:t>Engaged with field staffs</a:t>
          </a:r>
        </a:p>
      </dsp:txBody>
      <dsp:txXfrm>
        <a:off x="4186039" y="4512313"/>
        <a:ext cx="2439756" cy="9051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AF7D1-3D3C-4940-A45F-B23694B2DAD6}">
      <dsp:nvSpPr>
        <dsp:cNvPr id="0" name=""/>
        <dsp:cNvSpPr/>
      </dsp:nvSpPr>
      <dsp:spPr>
        <a:xfrm>
          <a:off x="1328088" y="2176"/>
          <a:ext cx="2517516" cy="1734568"/>
        </a:xfrm>
        <a:prstGeom prst="roundRect">
          <a:avLst/>
        </a:prstGeom>
        <a:blipFill>
          <a:blip xmlns:r="http://schemas.openxmlformats.org/officeDocument/2006/relationships" r:embed="rId1"/>
          <a:srcRect/>
          <a:stretch>
            <a:fillRect l="-7000" r="-7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CF8920-A840-4F77-B387-E8D4DF8FE71F}">
      <dsp:nvSpPr>
        <dsp:cNvPr id="0" name=""/>
        <dsp:cNvSpPr/>
      </dsp:nvSpPr>
      <dsp:spPr>
        <a:xfrm>
          <a:off x="1328088" y="1736745"/>
          <a:ext cx="2517516" cy="933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r>
            <a:rPr lang="en-US" sz="1400" b="1" kern="1200" dirty="0"/>
            <a:t>conducted  outreaches on weekly bases </a:t>
          </a:r>
        </a:p>
      </dsp:txBody>
      <dsp:txXfrm>
        <a:off x="1328088" y="1736745"/>
        <a:ext cx="2517516" cy="933998"/>
      </dsp:txXfrm>
    </dsp:sp>
    <dsp:sp modelId="{1F0BF360-1823-4A8B-9C15-3ADD591B287E}">
      <dsp:nvSpPr>
        <dsp:cNvPr id="0" name=""/>
        <dsp:cNvSpPr/>
      </dsp:nvSpPr>
      <dsp:spPr>
        <a:xfrm>
          <a:off x="4097461" y="2176"/>
          <a:ext cx="2517516" cy="1734568"/>
        </a:xfrm>
        <a:prstGeom prst="roundRect">
          <a:avLst/>
        </a:prstGeom>
        <a:blipFill>
          <a:blip xmlns:r="http://schemas.openxmlformats.org/officeDocument/2006/relationships" r:embed="rId2"/>
          <a:srcRect/>
          <a:stretch>
            <a:fillRect t="-6000" b="-6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CB03FB-D0C0-4A7D-879B-8C76A3F59F06}">
      <dsp:nvSpPr>
        <dsp:cNvPr id="0" name=""/>
        <dsp:cNvSpPr/>
      </dsp:nvSpPr>
      <dsp:spPr>
        <a:xfrm>
          <a:off x="4097461" y="1736745"/>
          <a:ext cx="2517516" cy="933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r>
            <a:rPr lang="en-US" sz="1400" b="1" kern="1200" dirty="0"/>
            <a:t>participated in hospital  auditing </a:t>
          </a:r>
        </a:p>
      </dsp:txBody>
      <dsp:txXfrm>
        <a:off x="4097461" y="1736745"/>
        <a:ext cx="2517516" cy="933998"/>
      </dsp:txXfrm>
    </dsp:sp>
    <dsp:sp modelId="{81F5E00C-1F2C-4ADB-AAE5-4E75FE0060EE}">
      <dsp:nvSpPr>
        <dsp:cNvPr id="0" name=""/>
        <dsp:cNvSpPr/>
      </dsp:nvSpPr>
      <dsp:spPr>
        <a:xfrm>
          <a:off x="6866835" y="2176"/>
          <a:ext cx="2517516" cy="1734568"/>
        </a:xfrm>
        <a:prstGeom prst="roundRect">
          <a:avLst/>
        </a:prstGeom>
        <a:blipFill>
          <a:blip xmlns:r="http://schemas.openxmlformats.org/officeDocument/2006/relationships" r:embed="rId2"/>
          <a:srcRect/>
          <a:stretch>
            <a:fillRect t="-6000" b="-6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F62F8D-46B4-40E0-9E33-1DFDE01EDE0C}">
      <dsp:nvSpPr>
        <dsp:cNvPr id="0" name=""/>
        <dsp:cNvSpPr/>
      </dsp:nvSpPr>
      <dsp:spPr>
        <a:xfrm>
          <a:off x="6866835" y="1736745"/>
          <a:ext cx="2517516" cy="933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r>
            <a:rPr lang="en-US" sz="1400" b="1" kern="1200" dirty="0"/>
            <a:t>participated in hospital weekly reporting of maternal ,parental, death surveillance and response</a:t>
          </a:r>
        </a:p>
      </dsp:txBody>
      <dsp:txXfrm>
        <a:off x="6866835" y="1736745"/>
        <a:ext cx="2517516" cy="933998"/>
      </dsp:txXfrm>
    </dsp:sp>
    <dsp:sp modelId="{B6E52866-90C8-408C-BDB2-91ECA0D23410}">
      <dsp:nvSpPr>
        <dsp:cNvPr id="0" name=""/>
        <dsp:cNvSpPr/>
      </dsp:nvSpPr>
      <dsp:spPr>
        <a:xfrm>
          <a:off x="2712774" y="2922495"/>
          <a:ext cx="2517516" cy="1734568"/>
        </a:xfrm>
        <a:prstGeom prst="roundRect">
          <a:avLst/>
        </a:prstGeom>
        <a:blipFill>
          <a:blip xmlns:r="http://schemas.openxmlformats.org/officeDocument/2006/relationships" r:embed="rId3"/>
          <a:srcRect/>
          <a:stretch>
            <a:fillRect t="-4000" b="-4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C20EF0-DA58-4AC5-97AA-C61B757D745D}">
      <dsp:nvSpPr>
        <dsp:cNvPr id="0" name=""/>
        <dsp:cNvSpPr/>
      </dsp:nvSpPr>
      <dsp:spPr>
        <a:xfrm>
          <a:off x="2712774" y="4657064"/>
          <a:ext cx="2517516" cy="933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r>
            <a:rPr lang="en-US" sz="1400" b="1" kern="1200" dirty="0"/>
            <a:t>Participated in child health weekdays for immunization, deworming vitamin supplement, health education </a:t>
          </a:r>
        </a:p>
      </dsp:txBody>
      <dsp:txXfrm>
        <a:off x="2712774" y="4657064"/>
        <a:ext cx="2517516" cy="933998"/>
      </dsp:txXfrm>
    </dsp:sp>
    <dsp:sp modelId="{01666366-4848-416D-8430-CD75CCA30EAD}">
      <dsp:nvSpPr>
        <dsp:cNvPr id="0" name=""/>
        <dsp:cNvSpPr/>
      </dsp:nvSpPr>
      <dsp:spPr>
        <a:xfrm>
          <a:off x="5482148" y="2922495"/>
          <a:ext cx="2517516" cy="1734568"/>
        </a:xfrm>
        <a:prstGeom prst="roundRect">
          <a:avLst/>
        </a:prstGeom>
        <a:blipFill>
          <a:blip xmlns:r="http://schemas.openxmlformats.org/officeDocument/2006/relationships" r:embed="rId4"/>
          <a:srcRect/>
          <a:stretch>
            <a:fillRect t="-8000" b="-8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DAD8D0-E3D4-4A81-A439-ACF5BF1CE4FA}">
      <dsp:nvSpPr>
        <dsp:cNvPr id="0" name=""/>
        <dsp:cNvSpPr/>
      </dsp:nvSpPr>
      <dsp:spPr>
        <a:xfrm>
          <a:off x="5482148" y="4657064"/>
          <a:ext cx="2517516" cy="933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marL="0" lvl="0" indent="0" algn="ctr" defTabSz="622300">
            <a:lnSpc>
              <a:spcPct val="90000"/>
            </a:lnSpc>
            <a:spcBef>
              <a:spcPct val="0"/>
            </a:spcBef>
            <a:spcAft>
              <a:spcPct val="35000"/>
            </a:spcAft>
            <a:buNone/>
          </a:pPr>
          <a:r>
            <a:rPr lang="en-US" sz="1400" b="1" kern="1200" dirty="0"/>
            <a:t>Conducted health education  at the hospital and in field </a:t>
          </a:r>
        </a:p>
      </dsp:txBody>
      <dsp:txXfrm>
        <a:off x="5482148" y="4657064"/>
        <a:ext cx="2517516" cy="93399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C317D-12FA-4005-A174-3B5913E58A72}">
      <dsp:nvSpPr>
        <dsp:cNvPr id="0" name=""/>
        <dsp:cNvSpPr/>
      </dsp:nvSpPr>
      <dsp:spPr>
        <a:xfrm>
          <a:off x="815419" y="0"/>
          <a:ext cx="9241419" cy="3501238"/>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E211C3-2433-4D75-9002-D360D6C8A43D}">
      <dsp:nvSpPr>
        <dsp:cNvPr id="0" name=""/>
        <dsp:cNvSpPr/>
      </dsp:nvSpPr>
      <dsp:spPr>
        <a:xfrm>
          <a:off x="1328374" y="1050371"/>
          <a:ext cx="3975169" cy="140049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t>Addressing elders by their name without attaching tittles to show respect elders </a:t>
          </a:r>
        </a:p>
      </dsp:txBody>
      <dsp:txXfrm>
        <a:off x="1396741" y="1118738"/>
        <a:ext cx="3838435" cy="1263761"/>
      </dsp:txXfrm>
    </dsp:sp>
    <dsp:sp modelId="{CEA06F63-41AE-4D0F-BF01-E3E2AF63D6BD}">
      <dsp:nvSpPr>
        <dsp:cNvPr id="0" name=""/>
        <dsp:cNvSpPr/>
      </dsp:nvSpPr>
      <dsp:spPr>
        <a:xfrm>
          <a:off x="5568714" y="1050371"/>
          <a:ext cx="3975169" cy="140049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t>kneeling  for someone while greeting them its only done by ladies </a:t>
          </a:r>
        </a:p>
      </dsp:txBody>
      <dsp:txXfrm>
        <a:off x="5637081" y="1118738"/>
        <a:ext cx="3838435" cy="126376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07D17B-ABB5-440E-87F7-E80F2DBC2AF8}">
      <dsp:nvSpPr>
        <dsp:cNvPr id="0" name=""/>
        <dsp:cNvSpPr/>
      </dsp:nvSpPr>
      <dsp:spPr>
        <a:xfrm>
          <a:off x="4957767" y="3470471"/>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25EFEE-BBC9-49F4-BD7F-53B047C90072}">
      <dsp:nvSpPr>
        <dsp:cNvPr id="0" name=""/>
        <dsp:cNvSpPr/>
      </dsp:nvSpPr>
      <dsp:spPr>
        <a:xfrm>
          <a:off x="4792099" y="3735963"/>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D1FD31-519A-40B0-B8F4-B28C1A916A18}">
      <dsp:nvSpPr>
        <dsp:cNvPr id="0" name=""/>
        <dsp:cNvSpPr/>
      </dsp:nvSpPr>
      <dsp:spPr>
        <a:xfrm>
          <a:off x="4594659" y="3965822"/>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4EA2FA-9961-42C4-904D-0097710C071D}">
      <dsp:nvSpPr>
        <dsp:cNvPr id="0" name=""/>
        <dsp:cNvSpPr/>
      </dsp:nvSpPr>
      <dsp:spPr>
        <a:xfrm>
          <a:off x="4830679" y="798487"/>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7E9481-0470-43A0-878C-70D42CFA8E7E}">
      <dsp:nvSpPr>
        <dsp:cNvPr id="0" name=""/>
        <dsp:cNvSpPr/>
      </dsp:nvSpPr>
      <dsp:spPr>
        <a:xfrm>
          <a:off x="5083342" y="647925"/>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6ECDBE-FD21-4AE5-B57D-5364882C2D4D}">
      <dsp:nvSpPr>
        <dsp:cNvPr id="0" name=""/>
        <dsp:cNvSpPr/>
      </dsp:nvSpPr>
      <dsp:spPr>
        <a:xfrm>
          <a:off x="5335249" y="497362"/>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24FD9A-1D1B-46B5-90DE-9F32D3A20C7D}">
      <dsp:nvSpPr>
        <dsp:cNvPr id="0" name=""/>
        <dsp:cNvSpPr/>
      </dsp:nvSpPr>
      <dsp:spPr>
        <a:xfrm>
          <a:off x="5587156" y="647925"/>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BF679E-BEA5-47B5-AAE6-1BAD83BD1B27}">
      <dsp:nvSpPr>
        <dsp:cNvPr id="0" name=""/>
        <dsp:cNvSpPr/>
      </dsp:nvSpPr>
      <dsp:spPr>
        <a:xfrm>
          <a:off x="5839819" y="798487"/>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8EFD6E-EAA6-42C2-A527-00FF9C56CCB9}">
      <dsp:nvSpPr>
        <dsp:cNvPr id="0" name=""/>
        <dsp:cNvSpPr/>
      </dsp:nvSpPr>
      <dsp:spPr>
        <a:xfrm>
          <a:off x="5335249" y="815049"/>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DF4E5D-1C1B-461C-9AE5-BAB4C1373EF6}">
      <dsp:nvSpPr>
        <dsp:cNvPr id="0" name=""/>
        <dsp:cNvSpPr/>
      </dsp:nvSpPr>
      <dsp:spPr>
        <a:xfrm>
          <a:off x="5335249" y="1132736"/>
          <a:ext cx="189119" cy="189119"/>
        </a:xfrm>
        <a:prstGeom prst="ellips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08DE32-9124-4948-82C7-4CBFFE999026}">
      <dsp:nvSpPr>
        <dsp:cNvPr id="0" name=""/>
        <dsp:cNvSpPr/>
      </dsp:nvSpPr>
      <dsp:spPr>
        <a:xfrm>
          <a:off x="3796576" y="4656610"/>
          <a:ext cx="4078921" cy="109408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3372" tIns="76200" rIns="76200" bIns="76200" numCol="1" spcCol="1270" anchor="ctr" anchorCtr="0">
          <a:noAutofit/>
        </a:bodyPr>
        <a:lstStyle/>
        <a:p>
          <a:pPr marL="0" lvl="0" indent="0" algn="l" defTabSz="889000">
            <a:lnSpc>
              <a:spcPct val="90000"/>
            </a:lnSpc>
            <a:spcBef>
              <a:spcPct val="0"/>
            </a:spcBef>
            <a:spcAft>
              <a:spcPct val="35000"/>
            </a:spcAft>
            <a:buClr>
              <a:srgbClr val="00B0F0"/>
            </a:buClr>
            <a:buSzTx/>
            <a:buFont typeface="Wingdings" panose="05000000000000000000" pitchFamily="2" charset="2"/>
            <a:buNone/>
          </a:pPr>
          <a:r>
            <a:rPr kumimoji="0" lang="en-US" altLang="en-US" sz="2000" b="0" i="0" u="none" strike="noStrike" kern="1200" cap="none" normalizeH="0" baseline="0" dirty="0">
              <a:ln>
                <a:noFill/>
              </a:ln>
              <a:solidFill>
                <a:schemeClr val="tx1"/>
              </a:solidFill>
              <a:effectLst/>
              <a:latin typeface="Arial" panose="020B0604020202020204" pitchFamily="34" charset="0"/>
            </a:rPr>
            <a:t>Continue building impact-driven systems </a:t>
          </a:r>
          <a:endParaRPr lang="en-US" sz="2000" kern="1200" dirty="0"/>
        </a:p>
      </dsp:txBody>
      <dsp:txXfrm>
        <a:off x="3849985" y="4710019"/>
        <a:ext cx="3972103" cy="987270"/>
      </dsp:txXfrm>
    </dsp:sp>
    <dsp:sp modelId="{45A2B4BA-EEF5-4925-BC01-94499CE14D09}">
      <dsp:nvSpPr>
        <dsp:cNvPr id="0" name=""/>
        <dsp:cNvSpPr/>
      </dsp:nvSpPr>
      <dsp:spPr>
        <a:xfrm>
          <a:off x="2665643" y="3584604"/>
          <a:ext cx="1891191" cy="1891065"/>
        </a:xfrm>
        <a:prstGeom prst="ellipse">
          <a:avLst/>
        </a:prstGeom>
        <a:blipFill>
          <a:blip xmlns:r="http://schemas.openxmlformats.org/officeDocument/2006/relationships" r:embed="rId1"/>
          <a:srcRect/>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375643-F38C-41DE-B0DC-AF9D6F1E83F4}">
      <dsp:nvSpPr>
        <dsp:cNvPr id="0" name=""/>
        <dsp:cNvSpPr/>
      </dsp:nvSpPr>
      <dsp:spPr>
        <a:xfrm>
          <a:off x="5520586" y="2516614"/>
          <a:ext cx="4078921" cy="109408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3372" tIns="76200" rIns="76200" bIns="76200" numCol="1" spcCol="1270" anchor="ctr" anchorCtr="0">
          <a:noAutofit/>
        </a:bodyPr>
        <a:lstStyle/>
        <a:p>
          <a:pPr marL="0" lvl="0" indent="0" algn="l" defTabSz="889000">
            <a:lnSpc>
              <a:spcPct val="90000"/>
            </a:lnSpc>
            <a:spcBef>
              <a:spcPct val="0"/>
            </a:spcBef>
            <a:spcAft>
              <a:spcPct val="35000"/>
            </a:spcAft>
            <a:buClr>
              <a:srgbClr val="00B0F0"/>
            </a:buClr>
            <a:buSzTx/>
            <a:buFont typeface="Wingdings" panose="05000000000000000000" pitchFamily="2" charset="2"/>
            <a:buNone/>
          </a:pPr>
          <a:r>
            <a:rPr kumimoji="0" lang="en-US" altLang="en-US" sz="2000" b="0" i="0" u="none" strike="noStrike" kern="1200" cap="none" normalizeH="0" baseline="0" dirty="0">
              <a:ln>
                <a:noFill/>
              </a:ln>
              <a:solidFill>
                <a:schemeClr val="tx1"/>
              </a:solidFill>
              <a:effectLst/>
              <a:latin typeface="Arial" panose="020B0604020202020204" pitchFamily="34" charset="0"/>
            </a:rPr>
            <a:t>Apply experience to future humanitarian/tech role</a:t>
          </a:r>
          <a:endParaRPr lang="en-US" sz="2000" kern="1200" dirty="0"/>
        </a:p>
      </dsp:txBody>
      <dsp:txXfrm>
        <a:off x="5573995" y="2570023"/>
        <a:ext cx="3972103" cy="987270"/>
      </dsp:txXfrm>
    </dsp:sp>
    <dsp:sp modelId="{E726F53E-9619-4AFA-983A-D39CB7158A04}">
      <dsp:nvSpPr>
        <dsp:cNvPr id="0" name=""/>
        <dsp:cNvSpPr/>
      </dsp:nvSpPr>
      <dsp:spPr>
        <a:xfrm>
          <a:off x="4389653" y="1444608"/>
          <a:ext cx="1891191" cy="1891065"/>
        </a:xfrm>
        <a:prstGeom prst="ellipse">
          <a:avLst/>
        </a:prstGeom>
        <a:blipFill>
          <a:blip xmlns:r="http://schemas.openxmlformats.org/officeDocument/2006/relationships" r:embed="rId2"/>
          <a:srcRect/>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4DD02B-B0D1-4CA9-90EA-0907C73BA605}">
      <dsp:nvSpPr>
        <dsp:cNvPr id="0" name=""/>
        <dsp:cNvSpPr/>
      </dsp:nvSpPr>
      <dsp:spPr>
        <a:xfrm rot="10800000">
          <a:off x="2050822" y="791801"/>
          <a:ext cx="10464491" cy="4335301"/>
        </a:xfrm>
        <a:prstGeom prst="homePlate">
          <a:avLst/>
        </a:prstGeom>
        <a:solidFill>
          <a:schemeClr val="accent1">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911748" tIns="83820" rIns="156464" bIns="83820" numCol="1" spcCol="1270" anchor="ctr" anchorCtr="0">
          <a:noAutofit/>
        </a:bodyPr>
        <a:lstStyle/>
        <a:p>
          <a:pPr marL="0" lvl="0" indent="0" algn="just" defTabSz="977900">
            <a:lnSpc>
              <a:spcPct val="90000"/>
            </a:lnSpc>
            <a:spcBef>
              <a:spcPct val="0"/>
            </a:spcBef>
            <a:spcAft>
              <a:spcPct val="35000"/>
            </a:spcAft>
            <a:buClrTx/>
            <a:buSzTx/>
            <a:buFontTx/>
            <a:buNone/>
          </a:pPr>
          <a:r>
            <a:rPr kumimoji="0" lang="en-US" altLang="en-US" sz="2200" b="1" i="0" u="none" strike="noStrike" kern="1200" cap="none" normalizeH="0" baseline="0" dirty="0">
              <a:ln/>
              <a:effectLst/>
              <a:latin typeface="Aptos"/>
            </a:rPr>
            <a:t>I am deeply grateful to Almighty God for making this journey truly remarkable and filled with meaningful experiences. My sincere appreciation goes to the Mennonite Central Committee for the opportunity, and to the RICE West Nile leadership and team for their support and collaboration during this time of service. I am especially thankful to my supervisors and mentors whose guidance shaped my growth, as well as to the refugee and host communities who welcomed me and gave real purpose to the work. I also appreciate my church family in Uganda for their encouragement and sense of belonging, and my support system in Nigeria for their constant prayers and motivation. This journey would not have been possible without all of you.</a:t>
          </a:r>
          <a:endParaRPr lang="en-US" sz="2200" b="1" kern="1200" dirty="0"/>
        </a:p>
      </dsp:txBody>
      <dsp:txXfrm rot="10800000">
        <a:off x="3134647" y="791801"/>
        <a:ext cx="9380666" cy="4335301"/>
      </dsp:txXfrm>
    </dsp:sp>
    <dsp:sp modelId="{CE5632B5-B9EE-428A-8BA7-FC44B2E2CA7C}">
      <dsp:nvSpPr>
        <dsp:cNvPr id="0" name=""/>
        <dsp:cNvSpPr/>
      </dsp:nvSpPr>
      <dsp:spPr>
        <a:xfrm>
          <a:off x="623399" y="715630"/>
          <a:ext cx="4335301" cy="4335301"/>
        </a:xfrm>
        <a:prstGeom prst="ellipse">
          <a:avLst/>
        </a:prstGeom>
        <a:blipFill>
          <a:blip xmlns:r="http://schemas.openxmlformats.org/officeDocument/2006/relationships" r:embed="rId1"/>
          <a:srcRect/>
          <a:stretch>
            <a:fillRect l="-17000" r="-17000"/>
          </a:stretch>
        </a:blipFill>
        <a:ln w="9525"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3E018-1169-4431-896D-C3B15551BAF8}">
      <dsp:nvSpPr>
        <dsp:cNvPr id="0" name=""/>
        <dsp:cNvSpPr/>
      </dsp:nvSpPr>
      <dsp:spPr>
        <a:xfrm>
          <a:off x="450046" y="1572762"/>
          <a:ext cx="10670736" cy="3334605"/>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58639" tIns="72390" rIns="72390" bIns="72390" numCol="1" spcCol="1270" anchor="ctr" anchorCtr="0">
          <a:noAutofit/>
        </a:bodyPr>
        <a:lstStyle/>
        <a:p>
          <a:pPr marL="0" lvl="0" indent="0" algn="just" defTabSz="844550">
            <a:lnSpc>
              <a:spcPct val="150000"/>
            </a:lnSpc>
            <a:spcBef>
              <a:spcPct val="0"/>
            </a:spcBef>
            <a:spcAft>
              <a:spcPct val="35000"/>
            </a:spcAft>
            <a:buClrTx/>
            <a:buSzTx/>
            <a:buFontTx/>
            <a:buNone/>
          </a:pPr>
          <a:r>
            <a:rPr kumimoji="0" lang="en-US" altLang="en-US" sz="1900" b="0" i="0" u="none" strike="noStrike" kern="1200" cap="none" normalizeH="0" baseline="0" dirty="0">
              <a:ln>
                <a:noFill/>
              </a:ln>
              <a:solidFill>
                <a:schemeClr val="tx1"/>
              </a:solidFill>
              <a:effectLst/>
              <a:latin typeface="Aptos" panose="020B0004020202020204" pitchFamily="34" charset="0"/>
            </a:rPr>
            <a:t>This journey in Uganda has been a truly transformational experience for me, both professionally and personally. It gave me the opportunity to make meaningful contributions to RICE West Nile while also growing in my skills, especially in leadership and technology. Beyond the work, it shaped my perspective, strengthened my resilience, and deepened my understanding of impact-driven service. As I move forward, I carry not just the experience, but a strong commitment to continue creating solutions that matter and making a positive difference wherever I find myself.</a:t>
          </a:r>
          <a:endParaRPr lang="en-US" sz="1900" kern="1200" dirty="0">
            <a:latin typeface="Aptos" panose="020B0004020202020204" pitchFamily="34" charset="0"/>
          </a:endParaRPr>
        </a:p>
      </dsp:txBody>
      <dsp:txXfrm>
        <a:off x="450046" y="1572762"/>
        <a:ext cx="10670736" cy="3334605"/>
      </dsp:txXfrm>
    </dsp:sp>
    <dsp:sp modelId="{5568020D-ABB4-4686-AC2B-FAC01982B940}">
      <dsp:nvSpPr>
        <dsp:cNvPr id="0" name=""/>
        <dsp:cNvSpPr/>
      </dsp:nvSpPr>
      <dsp:spPr>
        <a:xfrm>
          <a:off x="5432" y="1091096"/>
          <a:ext cx="2334223" cy="3501335"/>
        </a:xfrm>
        <a:prstGeom prst="rect">
          <a:avLst/>
        </a:prstGeom>
        <a:blipFill>
          <a:blip xmlns:r="http://schemas.openxmlformats.org/officeDocument/2006/relationships" r:embed="rId1"/>
          <a:srcRect/>
          <a:stretch>
            <a:fillRect l="-50000" r="-50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888193-9751-43C6-A4D4-DC769EDDDFFC}"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ACA43-92F2-418F-9C05-EB936808818C}" type="slidenum">
              <a:rPr lang="en-US" smtClean="0"/>
              <a:t>‹#›</a:t>
            </a:fld>
            <a:endParaRPr lang="en-US"/>
          </a:p>
        </p:txBody>
      </p:sp>
    </p:spTree>
    <p:extLst>
      <p:ext uri="{BB962C8B-B14F-4D97-AF65-F5344CB8AC3E}">
        <p14:creationId xmlns:p14="http://schemas.microsoft.com/office/powerpoint/2010/main" val="1438144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ACA43-92F2-418F-9C05-EB936808818C}" type="slidenum">
              <a:rPr lang="en-US" smtClean="0"/>
              <a:t>6</a:t>
            </a:fld>
            <a:endParaRPr lang="en-US"/>
          </a:p>
        </p:txBody>
      </p:sp>
    </p:spTree>
    <p:extLst>
      <p:ext uri="{BB962C8B-B14F-4D97-AF65-F5344CB8AC3E}">
        <p14:creationId xmlns:p14="http://schemas.microsoft.com/office/powerpoint/2010/main" val="1100089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ACA43-92F2-418F-9C05-EB936808818C}" type="slidenum">
              <a:rPr lang="en-US" smtClean="0"/>
              <a:t>10</a:t>
            </a:fld>
            <a:endParaRPr lang="en-US"/>
          </a:p>
        </p:txBody>
      </p:sp>
    </p:spTree>
    <p:extLst>
      <p:ext uri="{BB962C8B-B14F-4D97-AF65-F5344CB8AC3E}">
        <p14:creationId xmlns:p14="http://schemas.microsoft.com/office/powerpoint/2010/main" val="2831676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At Indian ocean with my fellow </a:t>
            </a:r>
            <a:r>
              <a:rPr lang="en-US" sz="1200" b="1" dirty="0" err="1"/>
              <a:t>gsl</a:t>
            </a:r>
            <a:br>
              <a:rPr lang="en-US" sz="1200" b="1" dirty="0"/>
            </a:br>
            <a:r>
              <a:rPr lang="en-US" sz="1200" b="1" dirty="0"/>
              <a:t> for vacation in </a:t>
            </a:r>
            <a:r>
              <a:rPr lang="en-US" sz="1200" b="1" dirty="0" err="1"/>
              <a:t>kenya</a:t>
            </a:r>
            <a:r>
              <a:rPr lang="en-US" sz="1200" b="1" dirty="0"/>
              <a:t>                                Fox  flying in Kenya with my fellow </a:t>
            </a:r>
            <a:r>
              <a:rPr lang="en-US" sz="1200" b="1" dirty="0" err="1"/>
              <a:t>gls</a:t>
            </a:r>
            <a:r>
              <a:rPr lang="en-US" sz="1200" b="1" dirty="0"/>
              <a:t> during vacation</a:t>
            </a:r>
          </a:p>
          <a:p>
            <a:endParaRPr lang="en-US" dirty="0"/>
          </a:p>
        </p:txBody>
      </p:sp>
      <p:sp>
        <p:nvSpPr>
          <p:cNvPr id="4" name="Slide Number Placeholder 3"/>
          <p:cNvSpPr>
            <a:spLocks noGrp="1"/>
          </p:cNvSpPr>
          <p:nvPr>
            <p:ph type="sldNum" sz="quarter" idx="5"/>
          </p:nvPr>
        </p:nvSpPr>
        <p:spPr/>
        <p:txBody>
          <a:bodyPr/>
          <a:lstStyle/>
          <a:p>
            <a:fld id="{B64ACA43-92F2-418F-9C05-EB936808818C}" type="slidenum">
              <a:rPr lang="en-US" smtClean="0"/>
              <a:t>13</a:t>
            </a:fld>
            <a:endParaRPr lang="en-US"/>
          </a:p>
        </p:txBody>
      </p:sp>
    </p:spTree>
    <p:extLst>
      <p:ext uri="{BB962C8B-B14F-4D97-AF65-F5344CB8AC3E}">
        <p14:creationId xmlns:p14="http://schemas.microsoft.com/office/powerpoint/2010/main" val="4104242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ACA43-92F2-418F-9C05-EB936808818C}" type="slidenum">
              <a:rPr lang="en-US" smtClean="0"/>
              <a:t>21</a:t>
            </a:fld>
            <a:endParaRPr lang="en-US"/>
          </a:p>
        </p:txBody>
      </p:sp>
    </p:spTree>
    <p:extLst>
      <p:ext uri="{BB962C8B-B14F-4D97-AF65-F5344CB8AC3E}">
        <p14:creationId xmlns:p14="http://schemas.microsoft.com/office/powerpoint/2010/main" val="13128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76865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7474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6913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6646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3890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5435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5" name="Rectangle 4">
            <a:extLst>
              <a:ext uri="{FF2B5EF4-FFF2-40B4-BE49-F238E27FC236}">
                <a16:creationId xmlns:a16="http://schemas.microsoft.com/office/drawing/2014/main" id="{D3ED9DDE-DB65-4A62-BFC2-FC72633DD304}"/>
              </a:ext>
            </a:extLst>
          </p:cNvPr>
          <p:cNvSpPr/>
          <p:nvPr userDrawn="1"/>
        </p:nvSpPr>
        <p:spPr>
          <a:xfrm>
            <a:off x="-9524" y="0"/>
            <a:ext cx="12201524" cy="6858000"/>
          </a:xfrm>
          <a:prstGeom prst="rect">
            <a:avLst/>
          </a:prstGeom>
          <a:solidFill>
            <a:srgbClr val="00974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Futura Std Medium" panose="020B0502020204020303" pitchFamily="34" charset="0"/>
              <a:ea typeface="+mn-ea"/>
              <a:cs typeface="+mn-cs"/>
            </a:endParaRPr>
          </a:p>
        </p:txBody>
      </p:sp>
      <p:grpSp>
        <p:nvGrpSpPr>
          <p:cNvPr id="6" name="Group 5">
            <a:extLst>
              <a:ext uri="{FF2B5EF4-FFF2-40B4-BE49-F238E27FC236}">
                <a16:creationId xmlns:a16="http://schemas.microsoft.com/office/drawing/2014/main" id="{C2961097-EF0D-49F3-976B-6D9EE36A8B6E}"/>
              </a:ext>
            </a:extLst>
          </p:cNvPr>
          <p:cNvGrpSpPr/>
          <p:nvPr userDrawn="1"/>
        </p:nvGrpSpPr>
        <p:grpSpPr>
          <a:xfrm>
            <a:off x="2316163" y="1911350"/>
            <a:ext cx="7858125" cy="3035300"/>
            <a:chOff x="2316163" y="2052638"/>
            <a:chExt cx="7858125" cy="3035300"/>
          </a:xfrm>
        </p:grpSpPr>
        <p:sp>
          <p:nvSpPr>
            <p:cNvPr id="7" name="Freeform 5">
              <a:extLst>
                <a:ext uri="{FF2B5EF4-FFF2-40B4-BE49-F238E27FC236}">
                  <a16:creationId xmlns:a16="http://schemas.microsoft.com/office/drawing/2014/main" id="{EDFB8ED1-6673-4876-92E8-7B758D610F89}"/>
                </a:ext>
              </a:extLst>
            </p:cNvPr>
            <p:cNvSpPr>
              <a:spLocks/>
            </p:cNvSpPr>
            <p:nvPr/>
          </p:nvSpPr>
          <p:spPr bwMode="auto">
            <a:xfrm>
              <a:off x="6711950" y="2403475"/>
              <a:ext cx="3462338" cy="2684463"/>
            </a:xfrm>
            <a:custGeom>
              <a:avLst/>
              <a:gdLst>
                <a:gd name="T0" fmla="*/ 112 w 652"/>
                <a:gd name="T1" fmla="*/ 157 h 505"/>
                <a:gd name="T2" fmla="*/ 493 w 652"/>
                <a:gd name="T3" fmla="*/ 90 h 505"/>
                <a:gd name="T4" fmla="*/ 355 w 652"/>
                <a:gd name="T5" fmla="*/ 428 h 505"/>
                <a:gd name="T6" fmla="*/ 112 w 652"/>
                <a:gd name="T7" fmla="*/ 157 h 505"/>
              </a:gdLst>
              <a:ahLst/>
              <a:cxnLst>
                <a:cxn ang="0">
                  <a:pos x="T0" y="T1"/>
                </a:cxn>
                <a:cxn ang="0">
                  <a:pos x="T2" y="T3"/>
                </a:cxn>
                <a:cxn ang="0">
                  <a:pos x="T4" y="T5"/>
                </a:cxn>
                <a:cxn ang="0">
                  <a:pos x="T6" y="T7"/>
                </a:cxn>
              </a:cxnLst>
              <a:rect l="0" t="0" r="r" b="b"/>
              <a:pathLst>
                <a:path w="652" h="505">
                  <a:moveTo>
                    <a:pt x="112" y="157"/>
                  </a:moveTo>
                  <a:cubicBezTo>
                    <a:pt x="191" y="0"/>
                    <a:pt x="342" y="21"/>
                    <a:pt x="493" y="90"/>
                  </a:cubicBezTo>
                  <a:cubicBezTo>
                    <a:pt x="645" y="159"/>
                    <a:pt x="652" y="352"/>
                    <a:pt x="355" y="428"/>
                  </a:cubicBezTo>
                  <a:cubicBezTo>
                    <a:pt x="58" y="505"/>
                    <a:pt x="0" y="391"/>
                    <a:pt x="112" y="157"/>
                  </a:cubicBezTo>
                </a:path>
              </a:pathLst>
            </a:custGeom>
            <a:solidFill>
              <a:srgbClr val="009E72">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8" name="Freeform: Shape 7">
              <a:extLst>
                <a:ext uri="{FF2B5EF4-FFF2-40B4-BE49-F238E27FC236}">
                  <a16:creationId xmlns:a16="http://schemas.microsoft.com/office/drawing/2014/main" id="{789F0BBA-0151-4AC5-A1EF-318C60E09D50}"/>
                </a:ext>
              </a:extLst>
            </p:cNvPr>
            <p:cNvSpPr>
              <a:spLocks/>
            </p:cNvSpPr>
            <p:nvPr/>
          </p:nvSpPr>
          <p:spPr bwMode="auto">
            <a:xfrm>
              <a:off x="6287908" y="2052638"/>
              <a:ext cx="2851777" cy="2200275"/>
            </a:xfrm>
            <a:custGeom>
              <a:avLst/>
              <a:gdLst>
                <a:gd name="connsiteX0" fmla="*/ 1262382 w 2851777"/>
                <a:gd name="connsiteY0" fmla="*/ 0 h 2200275"/>
                <a:gd name="connsiteX1" fmla="*/ 2308377 w 2851777"/>
                <a:gd name="connsiteY1" fmla="*/ 276363 h 2200275"/>
                <a:gd name="connsiteX2" fmla="*/ 2786243 w 2851777"/>
                <a:gd name="connsiteY2" fmla="*/ 722796 h 2200275"/>
                <a:gd name="connsiteX3" fmla="*/ 2786150 w 2851777"/>
                <a:gd name="connsiteY3" fmla="*/ 722763 h 2200275"/>
                <a:gd name="connsiteX4" fmla="*/ 2820705 w 2851777"/>
                <a:gd name="connsiteY4" fmla="*/ 809833 h 2200275"/>
                <a:gd name="connsiteX5" fmla="*/ 1570328 w 2851777"/>
                <a:gd name="connsiteY5" fmla="*/ 2072702 h 2200275"/>
                <a:gd name="connsiteX6" fmla="*/ 747450 w 2851777"/>
                <a:gd name="connsiteY6" fmla="*/ 2200275 h 2200275"/>
                <a:gd name="connsiteX7" fmla="*/ 736832 w 2851777"/>
                <a:gd name="connsiteY7" fmla="*/ 2200275 h 2200275"/>
                <a:gd name="connsiteX8" fmla="*/ 889131 w 2851777"/>
                <a:gd name="connsiteY8" fmla="*/ 1481927 h 2200275"/>
                <a:gd name="connsiteX9" fmla="*/ 985662 w 2851777"/>
                <a:gd name="connsiteY9" fmla="*/ 1259861 h 2200275"/>
                <a:gd name="connsiteX10" fmla="*/ 889049 w 2851777"/>
                <a:gd name="connsiteY10" fmla="*/ 1482047 h 2200275"/>
                <a:gd name="connsiteX11" fmla="*/ 736729 w 2851777"/>
                <a:gd name="connsiteY11" fmla="*/ 2200275 h 2200275"/>
                <a:gd name="connsiteX12" fmla="*/ 285411 w 2851777"/>
                <a:gd name="connsiteY12" fmla="*/ 632446 h 2200275"/>
                <a:gd name="connsiteX13" fmla="*/ 1262382 w 2851777"/>
                <a:gd name="connsiteY13"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1777" h="2200275">
                  <a:moveTo>
                    <a:pt x="1262382" y="0"/>
                  </a:moveTo>
                  <a:cubicBezTo>
                    <a:pt x="1586269" y="0"/>
                    <a:pt x="1947323" y="111608"/>
                    <a:pt x="2308377" y="276363"/>
                  </a:cubicBezTo>
                  <a:cubicBezTo>
                    <a:pt x="2536691" y="382656"/>
                    <a:pt x="2701289" y="536782"/>
                    <a:pt x="2786243" y="722796"/>
                  </a:cubicBezTo>
                  <a:lnTo>
                    <a:pt x="2786150" y="722763"/>
                  </a:lnTo>
                  <a:lnTo>
                    <a:pt x="2820705" y="809833"/>
                  </a:lnTo>
                  <a:cubicBezTo>
                    <a:pt x="2962669" y="1253565"/>
                    <a:pt x="2630448" y="1798618"/>
                    <a:pt x="1570328" y="2072702"/>
                  </a:cubicBezTo>
                  <a:cubicBezTo>
                    <a:pt x="1241177" y="2157751"/>
                    <a:pt x="970423" y="2200275"/>
                    <a:pt x="747450" y="2200275"/>
                  </a:cubicBezTo>
                  <a:cubicBezTo>
                    <a:pt x="742141" y="2200275"/>
                    <a:pt x="742141" y="2200275"/>
                    <a:pt x="736832" y="2200275"/>
                  </a:cubicBezTo>
                  <a:cubicBezTo>
                    <a:pt x="724887" y="2004928"/>
                    <a:pt x="778639" y="1764731"/>
                    <a:pt x="889131" y="1481927"/>
                  </a:cubicBezTo>
                  <a:lnTo>
                    <a:pt x="985662" y="1259861"/>
                  </a:lnTo>
                  <a:lnTo>
                    <a:pt x="889049" y="1482047"/>
                  </a:lnTo>
                  <a:cubicBezTo>
                    <a:pt x="778543" y="1764804"/>
                    <a:pt x="724783" y="2004961"/>
                    <a:pt x="736729" y="2200275"/>
                  </a:cubicBezTo>
                  <a:cubicBezTo>
                    <a:pt x="-96882" y="2194960"/>
                    <a:pt x="-187145" y="1610346"/>
                    <a:pt x="285411" y="632446"/>
                  </a:cubicBezTo>
                  <a:cubicBezTo>
                    <a:pt x="513725" y="170069"/>
                    <a:pt x="864160" y="0"/>
                    <a:pt x="1262382" y="0"/>
                  </a:cubicBezTo>
                  <a:close/>
                </a:path>
              </a:pathLst>
            </a:custGeom>
            <a:solidFill>
              <a:srgbClr val="FFFFFF">
                <a:alpha val="60000"/>
              </a:srgbClr>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grpSp>
          <p:nvGrpSpPr>
            <p:cNvPr id="9" name="Group 8">
              <a:extLst>
                <a:ext uri="{FF2B5EF4-FFF2-40B4-BE49-F238E27FC236}">
                  <a16:creationId xmlns:a16="http://schemas.microsoft.com/office/drawing/2014/main" id="{08ACCC67-1C56-4AED-A027-07FD3D3F9543}"/>
                </a:ext>
              </a:extLst>
            </p:cNvPr>
            <p:cNvGrpSpPr/>
            <p:nvPr/>
          </p:nvGrpSpPr>
          <p:grpSpPr>
            <a:xfrm>
              <a:off x="2316163" y="2290763"/>
              <a:ext cx="4321175" cy="1584325"/>
              <a:chOff x="2316163" y="2290763"/>
              <a:chExt cx="4321175" cy="1584325"/>
            </a:xfrm>
          </p:grpSpPr>
          <p:sp>
            <p:nvSpPr>
              <p:cNvPr id="12" name="Rectangle 8">
                <a:extLst>
                  <a:ext uri="{FF2B5EF4-FFF2-40B4-BE49-F238E27FC236}">
                    <a16:creationId xmlns:a16="http://schemas.microsoft.com/office/drawing/2014/main" id="{397BBE81-E8F8-4F48-B1CA-011CBF9ADD4E}"/>
                  </a:ext>
                </a:extLst>
              </p:cNvPr>
              <p:cNvSpPr>
                <a:spLocks noChangeArrowheads="1"/>
              </p:cNvSpPr>
              <p:nvPr/>
            </p:nvSpPr>
            <p:spPr bwMode="auto">
              <a:xfrm>
                <a:off x="6170613" y="3854450"/>
                <a:ext cx="20638" cy="20638"/>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13" name="Freeform 9">
                <a:extLst>
                  <a:ext uri="{FF2B5EF4-FFF2-40B4-BE49-F238E27FC236}">
                    <a16:creationId xmlns:a16="http://schemas.microsoft.com/office/drawing/2014/main" id="{CAF80DCE-E692-4672-A4DF-14F099056C0C}"/>
                  </a:ext>
                </a:extLst>
              </p:cNvPr>
              <p:cNvSpPr>
                <a:spLocks/>
              </p:cNvSpPr>
              <p:nvPr/>
            </p:nvSpPr>
            <p:spPr bwMode="auto">
              <a:xfrm>
                <a:off x="6170613" y="3854450"/>
                <a:ext cx="20638" cy="20638"/>
              </a:xfrm>
              <a:custGeom>
                <a:avLst/>
                <a:gdLst>
                  <a:gd name="T0" fmla="*/ 13 w 13"/>
                  <a:gd name="T1" fmla="*/ 0 h 13"/>
                  <a:gd name="T2" fmla="*/ 0 w 13"/>
                  <a:gd name="T3" fmla="*/ 0 h 13"/>
                  <a:gd name="T4" fmla="*/ 0 w 13"/>
                  <a:gd name="T5" fmla="*/ 13 h 13"/>
                  <a:gd name="T6" fmla="*/ 13 w 13"/>
                  <a:gd name="T7" fmla="*/ 13 h 13"/>
                </a:gdLst>
                <a:ahLst/>
                <a:cxnLst>
                  <a:cxn ang="0">
                    <a:pos x="T0" y="T1"/>
                  </a:cxn>
                  <a:cxn ang="0">
                    <a:pos x="T2" y="T3"/>
                  </a:cxn>
                  <a:cxn ang="0">
                    <a:pos x="T4" y="T5"/>
                  </a:cxn>
                  <a:cxn ang="0">
                    <a:pos x="T6" y="T7"/>
                  </a:cxn>
                </a:cxnLst>
                <a:rect l="0" t="0" r="r" b="b"/>
                <a:pathLst>
                  <a:path w="13" h="13">
                    <a:moveTo>
                      <a:pt x="13" y="0"/>
                    </a:moveTo>
                    <a:lnTo>
                      <a:pt x="0" y="0"/>
                    </a:lnTo>
                    <a:lnTo>
                      <a:pt x="0" y="13"/>
                    </a:lnTo>
                    <a:lnTo>
                      <a:pt x="13" y="13"/>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14" name="Freeform 10">
                <a:extLst>
                  <a:ext uri="{FF2B5EF4-FFF2-40B4-BE49-F238E27FC236}">
                    <a16:creationId xmlns:a16="http://schemas.microsoft.com/office/drawing/2014/main" id="{15BC2469-8123-4ABD-AA20-4DECA00EFB9B}"/>
                  </a:ext>
                </a:extLst>
              </p:cNvPr>
              <p:cNvSpPr>
                <a:spLocks noEditPoints="1"/>
              </p:cNvSpPr>
              <p:nvPr/>
            </p:nvSpPr>
            <p:spPr bwMode="auto">
              <a:xfrm>
                <a:off x="2316163" y="2290763"/>
                <a:ext cx="4262438" cy="1584325"/>
              </a:xfrm>
              <a:custGeom>
                <a:avLst/>
                <a:gdLst>
                  <a:gd name="T0" fmla="*/ 781 w 803"/>
                  <a:gd name="T1" fmla="*/ 4 h 298"/>
                  <a:gd name="T2" fmla="*/ 753 w 803"/>
                  <a:gd name="T3" fmla="*/ 4 h 298"/>
                  <a:gd name="T4" fmla="*/ 725 w 803"/>
                  <a:gd name="T5" fmla="*/ 4 h 298"/>
                  <a:gd name="T6" fmla="*/ 697 w 803"/>
                  <a:gd name="T7" fmla="*/ 4 h 298"/>
                  <a:gd name="T8" fmla="*/ 669 w 803"/>
                  <a:gd name="T9" fmla="*/ 4 h 298"/>
                  <a:gd name="T10" fmla="*/ 641 w 803"/>
                  <a:gd name="T11" fmla="*/ 4 h 298"/>
                  <a:gd name="T12" fmla="*/ 613 w 803"/>
                  <a:gd name="T13" fmla="*/ 4 h 298"/>
                  <a:gd name="T14" fmla="*/ 584 w 803"/>
                  <a:gd name="T15" fmla="*/ 4 h 298"/>
                  <a:gd name="T16" fmla="*/ 556 w 803"/>
                  <a:gd name="T17" fmla="*/ 4 h 298"/>
                  <a:gd name="T18" fmla="*/ 528 w 803"/>
                  <a:gd name="T19" fmla="*/ 4 h 298"/>
                  <a:gd name="T20" fmla="*/ 500 w 803"/>
                  <a:gd name="T21" fmla="*/ 4 h 298"/>
                  <a:gd name="T22" fmla="*/ 472 w 803"/>
                  <a:gd name="T23" fmla="*/ 4 h 298"/>
                  <a:gd name="T24" fmla="*/ 444 w 803"/>
                  <a:gd name="T25" fmla="*/ 4 h 298"/>
                  <a:gd name="T26" fmla="*/ 416 w 803"/>
                  <a:gd name="T27" fmla="*/ 4 h 298"/>
                  <a:gd name="T28" fmla="*/ 388 w 803"/>
                  <a:gd name="T29" fmla="*/ 4 h 298"/>
                  <a:gd name="T30" fmla="*/ 360 w 803"/>
                  <a:gd name="T31" fmla="*/ 4 h 298"/>
                  <a:gd name="T32" fmla="*/ 331 w 803"/>
                  <a:gd name="T33" fmla="*/ 4 h 298"/>
                  <a:gd name="T34" fmla="*/ 303 w 803"/>
                  <a:gd name="T35" fmla="*/ 4 h 298"/>
                  <a:gd name="T36" fmla="*/ 275 w 803"/>
                  <a:gd name="T37" fmla="*/ 4 h 298"/>
                  <a:gd name="T38" fmla="*/ 247 w 803"/>
                  <a:gd name="T39" fmla="*/ 4 h 298"/>
                  <a:gd name="T40" fmla="*/ 219 w 803"/>
                  <a:gd name="T41" fmla="*/ 4 h 298"/>
                  <a:gd name="T42" fmla="*/ 191 w 803"/>
                  <a:gd name="T43" fmla="*/ 4 h 298"/>
                  <a:gd name="T44" fmla="*/ 163 w 803"/>
                  <a:gd name="T45" fmla="*/ 4 h 298"/>
                  <a:gd name="T46" fmla="*/ 141 w 803"/>
                  <a:gd name="T47" fmla="*/ 0 h 298"/>
                  <a:gd name="T48" fmla="*/ 114 w 803"/>
                  <a:gd name="T49" fmla="*/ 2 h 298"/>
                  <a:gd name="T50" fmla="*/ 87 w 803"/>
                  <a:gd name="T51" fmla="*/ 10 h 298"/>
                  <a:gd name="T52" fmla="*/ 62 w 803"/>
                  <a:gd name="T53" fmla="*/ 24 h 298"/>
                  <a:gd name="T54" fmla="*/ 40 w 803"/>
                  <a:gd name="T55" fmla="*/ 42 h 298"/>
                  <a:gd name="T56" fmla="*/ 22 w 803"/>
                  <a:gd name="T57" fmla="*/ 64 h 298"/>
                  <a:gd name="T58" fmla="*/ 9 w 803"/>
                  <a:gd name="T59" fmla="*/ 89 h 298"/>
                  <a:gd name="T60" fmla="*/ 2 w 803"/>
                  <a:gd name="T61" fmla="*/ 117 h 298"/>
                  <a:gd name="T62" fmla="*/ 0 w 803"/>
                  <a:gd name="T63" fmla="*/ 145 h 298"/>
                  <a:gd name="T64" fmla="*/ 1 w 803"/>
                  <a:gd name="T65" fmla="*/ 173 h 298"/>
                  <a:gd name="T66" fmla="*/ 7 w 803"/>
                  <a:gd name="T67" fmla="*/ 201 h 298"/>
                  <a:gd name="T68" fmla="*/ 18 w 803"/>
                  <a:gd name="T69" fmla="*/ 227 h 298"/>
                  <a:gd name="T70" fmla="*/ 35 w 803"/>
                  <a:gd name="T71" fmla="*/ 250 h 298"/>
                  <a:gd name="T72" fmla="*/ 56 w 803"/>
                  <a:gd name="T73" fmla="*/ 269 h 298"/>
                  <a:gd name="T74" fmla="*/ 80 w 803"/>
                  <a:gd name="T75" fmla="*/ 284 h 298"/>
                  <a:gd name="T76" fmla="*/ 107 w 803"/>
                  <a:gd name="T77" fmla="*/ 294 h 298"/>
                  <a:gd name="T78" fmla="*/ 135 w 803"/>
                  <a:gd name="T79" fmla="*/ 294 h 298"/>
                  <a:gd name="T80" fmla="*/ 171 w 803"/>
                  <a:gd name="T81" fmla="*/ 294 h 298"/>
                  <a:gd name="T82" fmla="*/ 200 w 803"/>
                  <a:gd name="T83" fmla="*/ 294 h 298"/>
                  <a:gd name="T84" fmla="*/ 228 w 803"/>
                  <a:gd name="T85" fmla="*/ 294 h 298"/>
                  <a:gd name="T86" fmla="*/ 256 w 803"/>
                  <a:gd name="T87" fmla="*/ 294 h 298"/>
                  <a:gd name="T88" fmla="*/ 284 w 803"/>
                  <a:gd name="T89" fmla="*/ 294 h 298"/>
                  <a:gd name="T90" fmla="*/ 312 w 803"/>
                  <a:gd name="T91" fmla="*/ 294 h 298"/>
                  <a:gd name="T92" fmla="*/ 340 w 803"/>
                  <a:gd name="T93" fmla="*/ 294 h 298"/>
                  <a:gd name="T94" fmla="*/ 368 w 803"/>
                  <a:gd name="T95" fmla="*/ 294 h 298"/>
                  <a:gd name="T96" fmla="*/ 396 w 803"/>
                  <a:gd name="T97" fmla="*/ 294 h 298"/>
                  <a:gd name="T98" fmla="*/ 424 w 803"/>
                  <a:gd name="T99" fmla="*/ 294 h 298"/>
                  <a:gd name="T100" fmla="*/ 453 w 803"/>
                  <a:gd name="T101" fmla="*/ 294 h 298"/>
                  <a:gd name="T102" fmla="*/ 481 w 803"/>
                  <a:gd name="T103" fmla="*/ 294 h 298"/>
                  <a:gd name="T104" fmla="*/ 509 w 803"/>
                  <a:gd name="T105" fmla="*/ 294 h 298"/>
                  <a:gd name="T106" fmla="*/ 537 w 803"/>
                  <a:gd name="T107" fmla="*/ 294 h 298"/>
                  <a:gd name="T108" fmla="*/ 565 w 803"/>
                  <a:gd name="T109" fmla="*/ 294 h 298"/>
                  <a:gd name="T110" fmla="*/ 593 w 803"/>
                  <a:gd name="T111" fmla="*/ 294 h 298"/>
                  <a:gd name="T112" fmla="*/ 621 w 803"/>
                  <a:gd name="T113" fmla="*/ 294 h 298"/>
                  <a:gd name="T114" fmla="*/ 649 w 803"/>
                  <a:gd name="T115" fmla="*/ 294 h 298"/>
                  <a:gd name="T116" fmla="*/ 677 w 803"/>
                  <a:gd name="T117" fmla="*/ 294 h 298"/>
                  <a:gd name="T118" fmla="*/ 705 w 803"/>
                  <a:gd name="T119" fmla="*/ 294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3" h="298">
                    <a:moveTo>
                      <a:pt x="795" y="4"/>
                    </a:moveTo>
                    <a:cubicBezTo>
                      <a:pt x="803" y="4"/>
                      <a:pt x="803" y="4"/>
                      <a:pt x="803" y="4"/>
                    </a:cubicBezTo>
                    <a:cubicBezTo>
                      <a:pt x="803" y="0"/>
                      <a:pt x="803" y="0"/>
                      <a:pt x="803" y="0"/>
                    </a:cubicBezTo>
                    <a:cubicBezTo>
                      <a:pt x="795" y="0"/>
                      <a:pt x="795" y="0"/>
                      <a:pt x="795" y="0"/>
                    </a:cubicBezTo>
                    <a:lnTo>
                      <a:pt x="795" y="4"/>
                    </a:lnTo>
                    <a:close/>
                    <a:moveTo>
                      <a:pt x="781" y="4"/>
                    </a:moveTo>
                    <a:cubicBezTo>
                      <a:pt x="789" y="4"/>
                      <a:pt x="789" y="4"/>
                      <a:pt x="789" y="4"/>
                    </a:cubicBezTo>
                    <a:cubicBezTo>
                      <a:pt x="789" y="0"/>
                      <a:pt x="789" y="0"/>
                      <a:pt x="789" y="0"/>
                    </a:cubicBezTo>
                    <a:cubicBezTo>
                      <a:pt x="781" y="0"/>
                      <a:pt x="781" y="0"/>
                      <a:pt x="781" y="0"/>
                    </a:cubicBezTo>
                    <a:lnTo>
                      <a:pt x="781" y="4"/>
                    </a:lnTo>
                    <a:close/>
                    <a:moveTo>
                      <a:pt x="767" y="4"/>
                    </a:moveTo>
                    <a:cubicBezTo>
                      <a:pt x="775" y="4"/>
                      <a:pt x="775" y="4"/>
                      <a:pt x="775" y="4"/>
                    </a:cubicBezTo>
                    <a:cubicBezTo>
                      <a:pt x="775" y="0"/>
                      <a:pt x="775" y="0"/>
                      <a:pt x="775" y="0"/>
                    </a:cubicBezTo>
                    <a:cubicBezTo>
                      <a:pt x="767" y="0"/>
                      <a:pt x="767" y="0"/>
                      <a:pt x="767" y="0"/>
                    </a:cubicBezTo>
                    <a:lnTo>
                      <a:pt x="767" y="4"/>
                    </a:lnTo>
                    <a:close/>
                    <a:moveTo>
                      <a:pt x="753" y="4"/>
                    </a:moveTo>
                    <a:cubicBezTo>
                      <a:pt x="761" y="4"/>
                      <a:pt x="761" y="4"/>
                      <a:pt x="761" y="4"/>
                    </a:cubicBezTo>
                    <a:cubicBezTo>
                      <a:pt x="761" y="0"/>
                      <a:pt x="761" y="0"/>
                      <a:pt x="761" y="0"/>
                    </a:cubicBezTo>
                    <a:cubicBezTo>
                      <a:pt x="753" y="0"/>
                      <a:pt x="753" y="0"/>
                      <a:pt x="753" y="0"/>
                    </a:cubicBezTo>
                    <a:lnTo>
                      <a:pt x="753" y="4"/>
                    </a:lnTo>
                    <a:close/>
                    <a:moveTo>
                      <a:pt x="739" y="4"/>
                    </a:moveTo>
                    <a:cubicBezTo>
                      <a:pt x="747" y="4"/>
                      <a:pt x="747" y="4"/>
                      <a:pt x="747" y="4"/>
                    </a:cubicBezTo>
                    <a:cubicBezTo>
                      <a:pt x="747" y="0"/>
                      <a:pt x="747" y="0"/>
                      <a:pt x="747" y="0"/>
                    </a:cubicBezTo>
                    <a:cubicBezTo>
                      <a:pt x="739" y="0"/>
                      <a:pt x="739" y="0"/>
                      <a:pt x="739" y="0"/>
                    </a:cubicBezTo>
                    <a:lnTo>
                      <a:pt x="739" y="4"/>
                    </a:lnTo>
                    <a:close/>
                    <a:moveTo>
                      <a:pt x="725" y="4"/>
                    </a:moveTo>
                    <a:cubicBezTo>
                      <a:pt x="733" y="4"/>
                      <a:pt x="733" y="4"/>
                      <a:pt x="733" y="4"/>
                    </a:cubicBezTo>
                    <a:cubicBezTo>
                      <a:pt x="733" y="0"/>
                      <a:pt x="733" y="0"/>
                      <a:pt x="733" y="0"/>
                    </a:cubicBezTo>
                    <a:cubicBezTo>
                      <a:pt x="725" y="0"/>
                      <a:pt x="725" y="0"/>
                      <a:pt x="725" y="0"/>
                    </a:cubicBezTo>
                    <a:lnTo>
                      <a:pt x="725" y="4"/>
                    </a:lnTo>
                    <a:close/>
                    <a:moveTo>
                      <a:pt x="711" y="4"/>
                    </a:moveTo>
                    <a:cubicBezTo>
                      <a:pt x="719" y="4"/>
                      <a:pt x="719" y="4"/>
                      <a:pt x="719" y="4"/>
                    </a:cubicBezTo>
                    <a:cubicBezTo>
                      <a:pt x="719" y="0"/>
                      <a:pt x="719" y="0"/>
                      <a:pt x="719" y="0"/>
                    </a:cubicBezTo>
                    <a:cubicBezTo>
                      <a:pt x="711" y="0"/>
                      <a:pt x="711" y="0"/>
                      <a:pt x="711" y="0"/>
                    </a:cubicBezTo>
                    <a:lnTo>
                      <a:pt x="711" y="4"/>
                    </a:lnTo>
                    <a:close/>
                    <a:moveTo>
                      <a:pt x="697" y="4"/>
                    </a:moveTo>
                    <a:cubicBezTo>
                      <a:pt x="705" y="4"/>
                      <a:pt x="705" y="4"/>
                      <a:pt x="705" y="4"/>
                    </a:cubicBezTo>
                    <a:cubicBezTo>
                      <a:pt x="705" y="0"/>
                      <a:pt x="705" y="0"/>
                      <a:pt x="705" y="0"/>
                    </a:cubicBezTo>
                    <a:cubicBezTo>
                      <a:pt x="697" y="0"/>
                      <a:pt x="697" y="0"/>
                      <a:pt x="697" y="0"/>
                    </a:cubicBezTo>
                    <a:lnTo>
                      <a:pt x="697" y="4"/>
                    </a:lnTo>
                    <a:close/>
                    <a:moveTo>
                      <a:pt x="683" y="4"/>
                    </a:moveTo>
                    <a:cubicBezTo>
                      <a:pt x="691" y="4"/>
                      <a:pt x="691" y="4"/>
                      <a:pt x="691" y="4"/>
                    </a:cubicBezTo>
                    <a:cubicBezTo>
                      <a:pt x="691" y="0"/>
                      <a:pt x="691" y="0"/>
                      <a:pt x="691" y="0"/>
                    </a:cubicBezTo>
                    <a:cubicBezTo>
                      <a:pt x="683" y="0"/>
                      <a:pt x="683" y="0"/>
                      <a:pt x="683" y="0"/>
                    </a:cubicBezTo>
                    <a:lnTo>
                      <a:pt x="683" y="4"/>
                    </a:lnTo>
                    <a:close/>
                    <a:moveTo>
                      <a:pt x="669" y="4"/>
                    </a:moveTo>
                    <a:cubicBezTo>
                      <a:pt x="677" y="4"/>
                      <a:pt x="677" y="4"/>
                      <a:pt x="677" y="4"/>
                    </a:cubicBezTo>
                    <a:cubicBezTo>
                      <a:pt x="677" y="0"/>
                      <a:pt x="677" y="0"/>
                      <a:pt x="677" y="0"/>
                    </a:cubicBezTo>
                    <a:cubicBezTo>
                      <a:pt x="669" y="0"/>
                      <a:pt x="669" y="0"/>
                      <a:pt x="669" y="0"/>
                    </a:cubicBezTo>
                    <a:lnTo>
                      <a:pt x="669" y="4"/>
                    </a:lnTo>
                    <a:close/>
                    <a:moveTo>
                      <a:pt x="655" y="4"/>
                    </a:moveTo>
                    <a:cubicBezTo>
                      <a:pt x="663" y="4"/>
                      <a:pt x="663" y="4"/>
                      <a:pt x="663" y="4"/>
                    </a:cubicBezTo>
                    <a:cubicBezTo>
                      <a:pt x="663" y="0"/>
                      <a:pt x="663" y="0"/>
                      <a:pt x="663" y="0"/>
                    </a:cubicBezTo>
                    <a:cubicBezTo>
                      <a:pt x="655" y="0"/>
                      <a:pt x="655" y="0"/>
                      <a:pt x="655" y="0"/>
                    </a:cubicBezTo>
                    <a:lnTo>
                      <a:pt x="655" y="4"/>
                    </a:lnTo>
                    <a:close/>
                    <a:moveTo>
                      <a:pt x="641" y="4"/>
                    </a:moveTo>
                    <a:cubicBezTo>
                      <a:pt x="649" y="4"/>
                      <a:pt x="649" y="4"/>
                      <a:pt x="649" y="4"/>
                    </a:cubicBezTo>
                    <a:cubicBezTo>
                      <a:pt x="649" y="0"/>
                      <a:pt x="649" y="0"/>
                      <a:pt x="649" y="0"/>
                    </a:cubicBezTo>
                    <a:cubicBezTo>
                      <a:pt x="641" y="0"/>
                      <a:pt x="641" y="0"/>
                      <a:pt x="641" y="0"/>
                    </a:cubicBezTo>
                    <a:lnTo>
                      <a:pt x="641" y="4"/>
                    </a:lnTo>
                    <a:close/>
                    <a:moveTo>
                      <a:pt x="627" y="4"/>
                    </a:moveTo>
                    <a:cubicBezTo>
                      <a:pt x="635" y="4"/>
                      <a:pt x="635" y="4"/>
                      <a:pt x="635" y="4"/>
                    </a:cubicBezTo>
                    <a:cubicBezTo>
                      <a:pt x="635" y="0"/>
                      <a:pt x="635" y="0"/>
                      <a:pt x="635" y="0"/>
                    </a:cubicBezTo>
                    <a:cubicBezTo>
                      <a:pt x="627" y="0"/>
                      <a:pt x="627" y="0"/>
                      <a:pt x="627" y="0"/>
                    </a:cubicBezTo>
                    <a:lnTo>
                      <a:pt x="627" y="4"/>
                    </a:lnTo>
                    <a:close/>
                    <a:moveTo>
                      <a:pt x="613" y="4"/>
                    </a:moveTo>
                    <a:cubicBezTo>
                      <a:pt x="621" y="4"/>
                      <a:pt x="621" y="4"/>
                      <a:pt x="621" y="4"/>
                    </a:cubicBezTo>
                    <a:cubicBezTo>
                      <a:pt x="621" y="0"/>
                      <a:pt x="621" y="0"/>
                      <a:pt x="621" y="0"/>
                    </a:cubicBezTo>
                    <a:cubicBezTo>
                      <a:pt x="613" y="0"/>
                      <a:pt x="613" y="0"/>
                      <a:pt x="613" y="0"/>
                    </a:cubicBezTo>
                    <a:lnTo>
                      <a:pt x="613" y="4"/>
                    </a:lnTo>
                    <a:close/>
                    <a:moveTo>
                      <a:pt x="598" y="4"/>
                    </a:moveTo>
                    <a:cubicBezTo>
                      <a:pt x="606" y="4"/>
                      <a:pt x="606" y="4"/>
                      <a:pt x="606" y="4"/>
                    </a:cubicBezTo>
                    <a:cubicBezTo>
                      <a:pt x="606" y="0"/>
                      <a:pt x="606" y="0"/>
                      <a:pt x="606" y="0"/>
                    </a:cubicBezTo>
                    <a:cubicBezTo>
                      <a:pt x="598" y="0"/>
                      <a:pt x="598" y="0"/>
                      <a:pt x="598" y="0"/>
                    </a:cubicBezTo>
                    <a:lnTo>
                      <a:pt x="598" y="4"/>
                    </a:lnTo>
                    <a:close/>
                    <a:moveTo>
                      <a:pt x="584" y="4"/>
                    </a:moveTo>
                    <a:cubicBezTo>
                      <a:pt x="592" y="4"/>
                      <a:pt x="592" y="4"/>
                      <a:pt x="592" y="4"/>
                    </a:cubicBezTo>
                    <a:cubicBezTo>
                      <a:pt x="592" y="0"/>
                      <a:pt x="592" y="0"/>
                      <a:pt x="592" y="0"/>
                    </a:cubicBezTo>
                    <a:cubicBezTo>
                      <a:pt x="584" y="0"/>
                      <a:pt x="584" y="0"/>
                      <a:pt x="584" y="0"/>
                    </a:cubicBezTo>
                    <a:lnTo>
                      <a:pt x="584" y="4"/>
                    </a:lnTo>
                    <a:close/>
                    <a:moveTo>
                      <a:pt x="570" y="4"/>
                    </a:moveTo>
                    <a:cubicBezTo>
                      <a:pt x="578" y="4"/>
                      <a:pt x="578" y="4"/>
                      <a:pt x="578" y="4"/>
                    </a:cubicBezTo>
                    <a:cubicBezTo>
                      <a:pt x="578" y="0"/>
                      <a:pt x="578" y="0"/>
                      <a:pt x="578" y="0"/>
                    </a:cubicBezTo>
                    <a:cubicBezTo>
                      <a:pt x="570" y="0"/>
                      <a:pt x="570" y="0"/>
                      <a:pt x="570" y="0"/>
                    </a:cubicBezTo>
                    <a:lnTo>
                      <a:pt x="570" y="4"/>
                    </a:lnTo>
                    <a:close/>
                    <a:moveTo>
                      <a:pt x="556" y="4"/>
                    </a:moveTo>
                    <a:cubicBezTo>
                      <a:pt x="564" y="4"/>
                      <a:pt x="564" y="4"/>
                      <a:pt x="564" y="4"/>
                    </a:cubicBezTo>
                    <a:cubicBezTo>
                      <a:pt x="564" y="0"/>
                      <a:pt x="564" y="0"/>
                      <a:pt x="564" y="0"/>
                    </a:cubicBezTo>
                    <a:cubicBezTo>
                      <a:pt x="556" y="0"/>
                      <a:pt x="556" y="0"/>
                      <a:pt x="556" y="0"/>
                    </a:cubicBezTo>
                    <a:lnTo>
                      <a:pt x="556" y="4"/>
                    </a:lnTo>
                    <a:close/>
                    <a:moveTo>
                      <a:pt x="542" y="4"/>
                    </a:moveTo>
                    <a:cubicBezTo>
                      <a:pt x="550" y="4"/>
                      <a:pt x="550" y="4"/>
                      <a:pt x="550" y="4"/>
                    </a:cubicBezTo>
                    <a:cubicBezTo>
                      <a:pt x="550" y="0"/>
                      <a:pt x="550" y="0"/>
                      <a:pt x="550" y="0"/>
                    </a:cubicBezTo>
                    <a:cubicBezTo>
                      <a:pt x="542" y="0"/>
                      <a:pt x="542" y="0"/>
                      <a:pt x="542" y="0"/>
                    </a:cubicBezTo>
                    <a:lnTo>
                      <a:pt x="542" y="4"/>
                    </a:lnTo>
                    <a:close/>
                    <a:moveTo>
                      <a:pt x="528" y="4"/>
                    </a:moveTo>
                    <a:cubicBezTo>
                      <a:pt x="536" y="4"/>
                      <a:pt x="536" y="4"/>
                      <a:pt x="536" y="4"/>
                    </a:cubicBezTo>
                    <a:cubicBezTo>
                      <a:pt x="536" y="0"/>
                      <a:pt x="536" y="0"/>
                      <a:pt x="536" y="0"/>
                    </a:cubicBezTo>
                    <a:cubicBezTo>
                      <a:pt x="528" y="0"/>
                      <a:pt x="528" y="0"/>
                      <a:pt x="528" y="0"/>
                    </a:cubicBezTo>
                    <a:lnTo>
                      <a:pt x="528" y="4"/>
                    </a:lnTo>
                    <a:close/>
                    <a:moveTo>
                      <a:pt x="514" y="4"/>
                    </a:moveTo>
                    <a:cubicBezTo>
                      <a:pt x="522" y="4"/>
                      <a:pt x="522" y="4"/>
                      <a:pt x="522" y="4"/>
                    </a:cubicBezTo>
                    <a:cubicBezTo>
                      <a:pt x="522" y="0"/>
                      <a:pt x="522" y="0"/>
                      <a:pt x="522" y="0"/>
                    </a:cubicBezTo>
                    <a:cubicBezTo>
                      <a:pt x="514" y="0"/>
                      <a:pt x="514" y="0"/>
                      <a:pt x="514" y="0"/>
                    </a:cubicBezTo>
                    <a:lnTo>
                      <a:pt x="514" y="4"/>
                    </a:lnTo>
                    <a:close/>
                    <a:moveTo>
                      <a:pt x="500" y="4"/>
                    </a:moveTo>
                    <a:cubicBezTo>
                      <a:pt x="508" y="4"/>
                      <a:pt x="508" y="4"/>
                      <a:pt x="508" y="4"/>
                    </a:cubicBezTo>
                    <a:cubicBezTo>
                      <a:pt x="508" y="0"/>
                      <a:pt x="508" y="0"/>
                      <a:pt x="508" y="0"/>
                    </a:cubicBezTo>
                    <a:cubicBezTo>
                      <a:pt x="500" y="0"/>
                      <a:pt x="500" y="0"/>
                      <a:pt x="500" y="0"/>
                    </a:cubicBezTo>
                    <a:lnTo>
                      <a:pt x="500" y="4"/>
                    </a:lnTo>
                    <a:close/>
                    <a:moveTo>
                      <a:pt x="486" y="4"/>
                    </a:moveTo>
                    <a:cubicBezTo>
                      <a:pt x="494" y="4"/>
                      <a:pt x="494" y="4"/>
                      <a:pt x="494" y="4"/>
                    </a:cubicBezTo>
                    <a:cubicBezTo>
                      <a:pt x="494" y="0"/>
                      <a:pt x="494" y="0"/>
                      <a:pt x="494" y="0"/>
                    </a:cubicBezTo>
                    <a:cubicBezTo>
                      <a:pt x="486" y="0"/>
                      <a:pt x="486" y="0"/>
                      <a:pt x="486" y="0"/>
                    </a:cubicBezTo>
                    <a:lnTo>
                      <a:pt x="486" y="4"/>
                    </a:lnTo>
                    <a:close/>
                    <a:moveTo>
                      <a:pt x="472" y="4"/>
                    </a:moveTo>
                    <a:cubicBezTo>
                      <a:pt x="480" y="4"/>
                      <a:pt x="480" y="4"/>
                      <a:pt x="480" y="4"/>
                    </a:cubicBezTo>
                    <a:cubicBezTo>
                      <a:pt x="480" y="0"/>
                      <a:pt x="480" y="0"/>
                      <a:pt x="480" y="0"/>
                    </a:cubicBezTo>
                    <a:cubicBezTo>
                      <a:pt x="472" y="0"/>
                      <a:pt x="472" y="0"/>
                      <a:pt x="472" y="0"/>
                    </a:cubicBezTo>
                    <a:lnTo>
                      <a:pt x="472" y="4"/>
                    </a:lnTo>
                    <a:close/>
                    <a:moveTo>
                      <a:pt x="458" y="4"/>
                    </a:moveTo>
                    <a:cubicBezTo>
                      <a:pt x="466" y="4"/>
                      <a:pt x="466" y="4"/>
                      <a:pt x="466" y="4"/>
                    </a:cubicBezTo>
                    <a:cubicBezTo>
                      <a:pt x="466" y="0"/>
                      <a:pt x="466" y="0"/>
                      <a:pt x="466" y="0"/>
                    </a:cubicBezTo>
                    <a:cubicBezTo>
                      <a:pt x="458" y="0"/>
                      <a:pt x="458" y="0"/>
                      <a:pt x="458" y="0"/>
                    </a:cubicBezTo>
                    <a:lnTo>
                      <a:pt x="458" y="4"/>
                    </a:lnTo>
                    <a:close/>
                    <a:moveTo>
                      <a:pt x="444" y="4"/>
                    </a:moveTo>
                    <a:cubicBezTo>
                      <a:pt x="452" y="4"/>
                      <a:pt x="452" y="4"/>
                      <a:pt x="452" y="4"/>
                    </a:cubicBezTo>
                    <a:cubicBezTo>
                      <a:pt x="452" y="0"/>
                      <a:pt x="452" y="0"/>
                      <a:pt x="452" y="0"/>
                    </a:cubicBezTo>
                    <a:cubicBezTo>
                      <a:pt x="444" y="0"/>
                      <a:pt x="444" y="0"/>
                      <a:pt x="444" y="0"/>
                    </a:cubicBezTo>
                    <a:lnTo>
                      <a:pt x="444" y="4"/>
                    </a:lnTo>
                    <a:close/>
                    <a:moveTo>
                      <a:pt x="430" y="4"/>
                    </a:moveTo>
                    <a:cubicBezTo>
                      <a:pt x="438" y="4"/>
                      <a:pt x="438" y="4"/>
                      <a:pt x="438" y="4"/>
                    </a:cubicBezTo>
                    <a:cubicBezTo>
                      <a:pt x="438" y="0"/>
                      <a:pt x="438" y="0"/>
                      <a:pt x="438" y="0"/>
                    </a:cubicBezTo>
                    <a:cubicBezTo>
                      <a:pt x="430" y="0"/>
                      <a:pt x="430" y="0"/>
                      <a:pt x="430" y="0"/>
                    </a:cubicBezTo>
                    <a:lnTo>
                      <a:pt x="430" y="4"/>
                    </a:lnTo>
                    <a:close/>
                    <a:moveTo>
                      <a:pt x="416" y="4"/>
                    </a:moveTo>
                    <a:cubicBezTo>
                      <a:pt x="424" y="4"/>
                      <a:pt x="424" y="4"/>
                      <a:pt x="424" y="4"/>
                    </a:cubicBezTo>
                    <a:cubicBezTo>
                      <a:pt x="424" y="0"/>
                      <a:pt x="424" y="0"/>
                      <a:pt x="424" y="0"/>
                    </a:cubicBezTo>
                    <a:cubicBezTo>
                      <a:pt x="416" y="0"/>
                      <a:pt x="416" y="0"/>
                      <a:pt x="416" y="0"/>
                    </a:cubicBezTo>
                    <a:lnTo>
                      <a:pt x="416" y="4"/>
                    </a:lnTo>
                    <a:close/>
                    <a:moveTo>
                      <a:pt x="402" y="4"/>
                    </a:moveTo>
                    <a:cubicBezTo>
                      <a:pt x="410" y="4"/>
                      <a:pt x="410" y="4"/>
                      <a:pt x="410" y="4"/>
                    </a:cubicBezTo>
                    <a:cubicBezTo>
                      <a:pt x="410" y="0"/>
                      <a:pt x="410" y="0"/>
                      <a:pt x="410" y="0"/>
                    </a:cubicBezTo>
                    <a:cubicBezTo>
                      <a:pt x="402" y="0"/>
                      <a:pt x="402" y="0"/>
                      <a:pt x="402" y="0"/>
                    </a:cubicBezTo>
                    <a:lnTo>
                      <a:pt x="402" y="4"/>
                    </a:lnTo>
                    <a:close/>
                    <a:moveTo>
                      <a:pt x="388" y="4"/>
                    </a:moveTo>
                    <a:cubicBezTo>
                      <a:pt x="396" y="4"/>
                      <a:pt x="396" y="4"/>
                      <a:pt x="396" y="4"/>
                    </a:cubicBezTo>
                    <a:cubicBezTo>
                      <a:pt x="396" y="0"/>
                      <a:pt x="396" y="0"/>
                      <a:pt x="396" y="0"/>
                    </a:cubicBezTo>
                    <a:cubicBezTo>
                      <a:pt x="388" y="0"/>
                      <a:pt x="388" y="0"/>
                      <a:pt x="388" y="0"/>
                    </a:cubicBezTo>
                    <a:lnTo>
                      <a:pt x="388" y="4"/>
                    </a:lnTo>
                    <a:close/>
                    <a:moveTo>
                      <a:pt x="374" y="4"/>
                    </a:moveTo>
                    <a:cubicBezTo>
                      <a:pt x="382" y="4"/>
                      <a:pt x="382" y="4"/>
                      <a:pt x="382" y="4"/>
                    </a:cubicBezTo>
                    <a:cubicBezTo>
                      <a:pt x="382" y="0"/>
                      <a:pt x="382" y="0"/>
                      <a:pt x="382" y="0"/>
                    </a:cubicBezTo>
                    <a:cubicBezTo>
                      <a:pt x="374" y="0"/>
                      <a:pt x="374" y="0"/>
                      <a:pt x="374" y="0"/>
                    </a:cubicBezTo>
                    <a:lnTo>
                      <a:pt x="374" y="4"/>
                    </a:lnTo>
                    <a:close/>
                    <a:moveTo>
                      <a:pt x="360" y="4"/>
                    </a:moveTo>
                    <a:cubicBezTo>
                      <a:pt x="368" y="4"/>
                      <a:pt x="368" y="4"/>
                      <a:pt x="368" y="4"/>
                    </a:cubicBezTo>
                    <a:cubicBezTo>
                      <a:pt x="368" y="0"/>
                      <a:pt x="368" y="0"/>
                      <a:pt x="368" y="0"/>
                    </a:cubicBezTo>
                    <a:cubicBezTo>
                      <a:pt x="360" y="0"/>
                      <a:pt x="360" y="0"/>
                      <a:pt x="360" y="0"/>
                    </a:cubicBezTo>
                    <a:lnTo>
                      <a:pt x="360" y="4"/>
                    </a:lnTo>
                    <a:close/>
                    <a:moveTo>
                      <a:pt x="345" y="4"/>
                    </a:moveTo>
                    <a:cubicBezTo>
                      <a:pt x="354" y="4"/>
                      <a:pt x="354" y="4"/>
                      <a:pt x="354" y="4"/>
                    </a:cubicBezTo>
                    <a:cubicBezTo>
                      <a:pt x="354" y="0"/>
                      <a:pt x="354" y="0"/>
                      <a:pt x="354" y="0"/>
                    </a:cubicBezTo>
                    <a:cubicBezTo>
                      <a:pt x="345" y="0"/>
                      <a:pt x="345" y="0"/>
                      <a:pt x="345" y="0"/>
                    </a:cubicBezTo>
                    <a:lnTo>
                      <a:pt x="345" y="4"/>
                    </a:lnTo>
                    <a:close/>
                    <a:moveTo>
                      <a:pt x="331" y="4"/>
                    </a:moveTo>
                    <a:cubicBezTo>
                      <a:pt x="339" y="4"/>
                      <a:pt x="339" y="4"/>
                      <a:pt x="339" y="4"/>
                    </a:cubicBezTo>
                    <a:cubicBezTo>
                      <a:pt x="339" y="0"/>
                      <a:pt x="339" y="0"/>
                      <a:pt x="339" y="0"/>
                    </a:cubicBezTo>
                    <a:cubicBezTo>
                      <a:pt x="331" y="0"/>
                      <a:pt x="331" y="0"/>
                      <a:pt x="331" y="0"/>
                    </a:cubicBezTo>
                    <a:lnTo>
                      <a:pt x="331" y="4"/>
                    </a:lnTo>
                    <a:close/>
                    <a:moveTo>
                      <a:pt x="317" y="4"/>
                    </a:moveTo>
                    <a:cubicBezTo>
                      <a:pt x="325" y="4"/>
                      <a:pt x="325" y="4"/>
                      <a:pt x="325" y="4"/>
                    </a:cubicBezTo>
                    <a:cubicBezTo>
                      <a:pt x="325" y="0"/>
                      <a:pt x="325" y="0"/>
                      <a:pt x="325" y="0"/>
                    </a:cubicBezTo>
                    <a:cubicBezTo>
                      <a:pt x="317" y="0"/>
                      <a:pt x="317" y="0"/>
                      <a:pt x="317" y="0"/>
                    </a:cubicBezTo>
                    <a:lnTo>
                      <a:pt x="317" y="4"/>
                    </a:lnTo>
                    <a:close/>
                    <a:moveTo>
                      <a:pt x="303" y="4"/>
                    </a:moveTo>
                    <a:cubicBezTo>
                      <a:pt x="311" y="4"/>
                      <a:pt x="311" y="4"/>
                      <a:pt x="311" y="4"/>
                    </a:cubicBezTo>
                    <a:cubicBezTo>
                      <a:pt x="311" y="0"/>
                      <a:pt x="311" y="0"/>
                      <a:pt x="311" y="0"/>
                    </a:cubicBezTo>
                    <a:cubicBezTo>
                      <a:pt x="303" y="0"/>
                      <a:pt x="303" y="0"/>
                      <a:pt x="303" y="0"/>
                    </a:cubicBezTo>
                    <a:lnTo>
                      <a:pt x="303" y="4"/>
                    </a:lnTo>
                    <a:close/>
                    <a:moveTo>
                      <a:pt x="289" y="4"/>
                    </a:moveTo>
                    <a:cubicBezTo>
                      <a:pt x="297" y="4"/>
                      <a:pt x="297" y="4"/>
                      <a:pt x="297" y="4"/>
                    </a:cubicBezTo>
                    <a:cubicBezTo>
                      <a:pt x="297" y="0"/>
                      <a:pt x="297" y="0"/>
                      <a:pt x="297" y="0"/>
                    </a:cubicBezTo>
                    <a:cubicBezTo>
                      <a:pt x="289" y="0"/>
                      <a:pt x="289" y="0"/>
                      <a:pt x="289" y="0"/>
                    </a:cubicBezTo>
                    <a:lnTo>
                      <a:pt x="289" y="4"/>
                    </a:lnTo>
                    <a:close/>
                    <a:moveTo>
                      <a:pt x="275" y="4"/>
                    </a:moveTo>
                    <a:cubicBezTo>
                      <a:pt x="283" y="4"/>
                      <a:pt x="283" y="4"/>
                      <a:pt x="283" y="4"/>
                    </a:cubicBezTo>
                    <a:cubicBezTo>
                      <a:pt x="283" y="0"/>
                      <a:pt x="283" y="0"/>
                      <a:pt x="283" y="0"/>
                    </a:cubicBezTo>
                    <a:cubicBezTo>
                      <a:pt x="275" y="0"/>
                      <a:pt x="275" y="0"/>
                      <a:pt x="275" y="0"/>
                    </a:cubicBezTo>
                    <a:lnTo>
                      <a:pt x="275" y="4"/>
                    </a:lnTo>
                    <a:close/>
                    <a:moveTo>
                      <a:pt x="261" y="4"/>
                    </a:moveTo>
                    <a:cubicBezTo>
                      <a:pt x="269" y="4"/>
                      <a:pt x="269" y="4"/>
                      <a:pt x="269" y="4"/>
                    </a:cubicBezTo>
                    <a:cubicBezTo>
                      <a:pt x="269" y="0"/>
                      <a:pt x="269" y="0"/>
                      <a:pt x="269" y="0"/>
                    </a:cubicBezTo>
                    <a:cubicBezTo>
                      <a:pt x="261" y="0"/>
                      <a:pt x="261" y="0"/>
                      <a:pt x="261" y="0"/>
                    </a:cubicBezTo>
                    <a:lnTo>
                      <a:pt x="261" y="4"/>
                    </a:lnTo>
                    <a:close/>
                    <a:moveTo>
                      <a:pt x="247" y="4"/>
                    </a:moveTo>
                    <a:cubicBezTo>
                      <a:pt x="255" y="4"/>
                      <a:pt x="255" y="4"/>
                      <a:pt x="255" y="4"/>
                    </a:cubicBezTo>
                    <a:cubicBezTo>
                      <a:pt x="255" y="0"/>
                      <a:pt x="255" y="0"/>
                      <a:pt x="255" y="0"/>
                    </a:cubicBezTo>
                    <a:cubicBezTo>
                      <a:pt x="247" y="0"/>
                      <a:pt x="247" y="0"/>
                      <a:pt x="247" y="0"/>
                    </a:cubicBezTo>
                    <a:lnTo>
                      <a:pt x="247" y="4"/>
                    </a:lnTo>
                    <a:close/>
                    <a:moveTo>
                      <a:pt x="233" y="4"/>
                    </a:moveTo>
                    <a:cubicBezTo>
                      <a:pt x="241" y="4"/>
                      <a:pt x="241" y="4"/>
                      <a:pt x="241" y="4"/>
                    </a:cubicBezTo>
                    <a:cubicBezTo>
                      <a:pt x="241" y="0"/>
                      <a:pt x="241" y="0"/>
                      <a:pt x="241" y="0"/>
                    </a:cubicBezTo>
                    <a:cubicBezTo>
                      <a:pt x="233" y="0"/>
                      <a:pt x="233" y="0"/>
                      <a:pt x="233" y="0"/>
                    </a:cubicBezTo>
                    <a:lnTo>
                      <a:pt x="233" y="4"/>
                    </a:lnTo>
                    <a:close/>
                    <a:moveTo>
                      <a:pt x="219" y="4"/>
                    </a:moveTo>
                    <a:cubicBezTo>
                      <a:pt x="227" y="4"/>
                      <a:pt x="227" y="4"/>
                      <a:pt x="227" y="4"/>
                    </a:cubicBezTo>
                    <a:cubicBezTo>
                      <a:pt x="227" y="0"/>
                      <a:pt x="227" y="0"/>
                      <a:pt x="227" y="0"/>
                    </a:cubicBezTo>
                    <a:cubicBezTo>
                      <a:pt x="219" y="0"/>
                      <a:pt x="219" y="0"/>
                      <a:pt x="219" y="0"/>
                    </a:cubicBezTo>
                    <a:lnTo>
                      <a:pt x="219" y="4"/>
                    </a:lnTo>
                    <a:close/>
                    <a:moveTo>
                      <a:pt x="205" y="4"/>
                    </a:moveTo>
                    <a:cubicBezTo>
                      <a:pt x="213" y="4"/>
                      <a:pt x="213" y="4"/>
                      <a:pt x="213" y="4"/>
                    </a:cubicBezTo>
                    <a:cubicBezTo>
                      <a:pt x="213" y="0"/>
                      <a:pt x="213" y="0"/>
                      <a:pt x="213" y="0"/>
                    </a:cubicBezTo>
                    <a:cubicBezTo>
                      <a:pt x="205" y="0"/>
                      <a:pt x="205" y="0"/>
                      <a:pt x="205" y="0"/>
                    </a:cubicBezTo>
                    <a:lnTo>
                      <a:pt x="205" y="4"/>
                    </a:lnTo>
                    <a:close/>
                    <a:moveTo>
                      <a:pt x="191" y="4"/>
                    </a:moveTo>
                    <a:cubicBezTo>
                      <a:pt x="199" y="4"/>
                      <a:pt x="199" y="4"/>
                      <a:pt x="199" y="4"/>
                    </a:cubicBezTo>
                    <a:cubicBezTo>
                      <a:pt x="199" y="0"/>
                      <a:pt x="199" y="0"/>
                      <a:pt x="199" y="0"/>
                    </a:cubicBezTo>
                    <a:cubicBezTo>
                      <a:pt x="191" y="0"/>
                      <a:pt x="191" y="0"/>
                      <a:pt x="191" y="0"/>
                    </a:cubicBezTo>
                    <a:lnTo>
                      <a:pt x="191" y="4"/>
                    </a:lnTo>
                    <a:close/>
                    <a:moveTo>
                      <a:pt x="177" y="4"/>
                    </a:moveTo>
                    <a:cubicBezTo>
                      <a:pt x="185" y="4"/>
                      <a:pt x="185" y="4"/>
                      <a:pt x="185" y="4"/>
                    </a:cubicBezTo>
                    <a:cubicBezTo>
                      <a:pt x="185" y="0"/>
                      <a:pt x="185" y="0"/>
                      <a:pt x="185" y="0"/>
                    </a:cubicBezTo>
                    <a:cubicBezTo>
                      <a:pt x="177" y="0"/>
                      <a:pt x="177" y="0"/>
                      <a:pt x="177" y="0"/>
                    </a:cubicBezTo>
                    <a:lnTo>
                      <a:pt x="177" y="4"/>
                    </a:lnTo>
                    <a:close/>
                    <a:moveTo>
                      <a:pt x="163" y="4"/>
                    </a:moveTo>
                    <a:cubicBezTo>
                      <a:pt x="171" y="4"/>
                      <a:pt x="171" y="4"/>
                      <a:pt x="171" y="4"/>
                    </a:cubicBezTo>
                    <a:cubicBezTo>
                      <a:pt x="171" y="0"/>
                      <a:pt x="171" y="0"/>
                      <a:pt x="171" y="0"/>
                    </a:cubicBezTo>
                    <a:cubicBezTo>
                      <a:pt x="163" y="0"/>
                      <a:pt x="163" y="0"/>
                      <a:pt x="163" y="0"/>
                    </a:cubicBezTo>
                    <a:lnTo>
                      <a:pt x="163" y="4"/>
                    </a:lnTo>
                    <a:close/>
                    <a:moveTo>
                      <a:pt x="149" y="4"/>
                    </a:moveTo>
                    <a:cubicBezTo>
                      <a:pt x="157" y="4"/>
                      <a:pt x="157" y="4"/>
                      <a:pt x="157" y="4"/>
                    </a:cubicBezTo>
                    <a:cubicBezTo>
                      <a:pt x="157" y="0"/>
                      <a:pt x="157" y="0"/>
                      <a:pt x="157" y="0"/>
                    </a:cubicBezTo>
                    <a:cubicBezTo>
                      <a:pt x="149" y="0"/>
                      <a:pt x="149" y="0"/>
                      <a:pt x="149" y="0"/>
                    </a:cubicBezTo>
                    <a:lnTo>
                      <a:pt x="149" y="4"/>
                    </a:lnTo>
                    <a:close/>
                    <a:moveTo>
                      <a:pt x="135" y="4"/>
                    </a:moveTo>
                    <a:cubicBezTo>
                      <a:pt x="137" y="4"/>
                      <a:pt x="139" y="4"/>
                      <a:pt x="141" y="4"/>
                    </a:cubicBezTo>
                    <a:cubicBezTo>
                      <a:pt x="143" y="4"/>
                      <a:pt x="143" y="4"/>
                      <a:pt x="143" y="4"/>
                    </a:cubicBezTo>
                    <a:cubicBezTo>
                      <a:pt x="143" y="0"/>
                      <a:pt x="143" y="0"/>
                      <a:pt x="143" y="0"/>
                    </a:cubicBezTo>
                    <a:cubicBezTo>
                      <a:pt x="141" y="0"/>
                      <a:pt x="141" y="0"/>
                      <a:pt x="141" y="0"/>
                    </a:cubicBezTo>
                    <a:cubicBezTo>
                      <a:pt x="139" y="0"/>
                      <a:pt x="137" y="0"/>
                      <a:pt x="135" y="0"/>
                    </a:cubicBezTo>
                    <a:lnTo>
                      <a:pt x="135" y="4"/>
                    </a:lnTo>
                    <a:close/>
                    <a:moveTo>
                      <a:pt x="121" y="5"/>
                    </a:moveTo>
                    <a:cubicBezTo>
                      <a:pt x="124" y="5"/>
                      <a:pt x="126" y="4"/>
                      <a:pt x="129" y="4"/>
                    </a:cubicBezTo>
                    <a:cubicBezTo>
                      <a:pt x="129" y="0"/>
                      <a:pt x="129" y="0"/>
                      <a:pt x="129" y="0"/>
                    </a:cubicBezTo>
                    <a:cubicBezTo>
                      <a:pt x="126" y="0"/>
                      <a:pt x="123" y="1"/>
                      <a:pt x="120" y="1"/>
                    </a:cubicBezTo>
                    <a:lnTo>
                      <a:pt x="121" y="5"/>
                    </a:lnTo>
                    <a:close/>
                    <a:moveTo>
                      <a:pt x="107" y="8"/>
                    </a:moveTo>
                    <a:cubicBezTo>
                      <a:pt x="110" y="7"/>
                      <a:pt x="113" y="6"/>
                      <a:pt x="115" y="6"/>
                    </a:cubicBezTo>
                    <a:cubicBezTo>
                      <a:pt x="114" y="2"/>
                      <a:pt x="114" y="2"/>
                      <a:pt x="114" y="2"/>
                    </a:cubicBezTo>
                    <a:cubicBezTo>
                      <a:pt x="112" y="3"/>
                      <a:pt x="109" y="3"/>
                      <a:pt x="106" y="4"/>
                    </a:cubicBezTo>
                    <a:lnTo>
                      <a:pt x="107" y="8"/>
                    </a:lnTo>
                    <a:close/>
                    <a:moveTo>
                      <a:pt x="94" y="12"/>
                    </a:moveTo>
                    <a:cubicBezTo>
                      <a:pt x="97" y="11"/>
                      <a:pt x="99" y="10"/>
                      <a:pt x="102" y="9"/>
                    </a:cubicBezTo>
                    <a:cubicBezTo>
                      <a:pt x="101" y="5"/>
                      <a:pt x="101" y="5"/>
                      <a:pt x="101" y="5"/>
                    </a:cubicBezTo>
                    <a:cubicBezTo>
                      <a:pt x="98" y="6"/>
                      <a:pt x="95" y="7"/>
                      <a:pt x="93" y="8"/>
                    </a:cubicBezTo>
                    <a:lnTo>
                      <a:pt x="94" y="12"/>
                    </a:lnTo>
                    <a:close/>
                    <a:moveTo>
                      <a:pt x="81" y="17"/>
                    </a:moveTo>
                    <a:cubicBezTo>
                      <a:pt x="84" y="16"/>
                      <a:pt x="86" y="15"/>
                      <a:pt x="89" y="14"/>
                    </a:cubicBezTo>
                    <a:cubicBezTo>
                      <a:pt x="87" y="10"/>
                      <a:pt x="87" y="10"/>
                      <a:pt x="87" y="10"/>
                    </a:cubicBezTo>
                    <a:cubicBezTo>
                      <a:pt x="85" y="11"/>
                      <a:pt x="82" y="12"/>
                      <a:pt x="80" y="13"/>
                    </a:cubicBezTo>
                    <a:lnTo>
                      <a:pt x="81" y="17"/>
                    </a:lnTo>
                    <a:close/>
                    <a:moveTo>
                      <a:pt x="69" y="24"/>
                    </a:moveTo>
                    <a:cubicBezTo>
                      <a:pt x="72" y="22"/>
                      <a:pt x="74" y="21"/>
                      <a:pt x="76" y="20"/>
                    </a:cubicBezTo>
                    <a:cubicBezTo>
                      <a:pt x="74" y="16"/>
                      <a:pt x="74" y="16"/>
                      <a:pt x="74" y="16"/>
                    </a:cubicBezTo>
                    <a:cubicBezTo>
                      <a:pt x="72" y="18"/>
                      <a:pt x="70" y="19"/>
                      <a:pt x="67" y="20"/>
                    </a:cubicBezTo>
                    <a:lnTo>
                      <a:pt x="69" y="24"/>
                    </a:lnTo>
                    <a:close/>
                    <a:moveTo>
                      <a:pt x="58" y="32"/>
                    </a:moveTo>
                    <a:cubicBezTo>
                      <a:pt x="60" y="30"/>
                      <a:pt x="62" y="28"/>
                      <a:pt x="64" y="27"/>
                    </a:cubicBezTo>
                    <a:cubicBezTo>
                      <a:pt x="62" y="24"/>
                      <a:pt x="62" y="24"/>
                      <a:pt x="62" y="24"/>
                    </a:cubicBezTo>
                    <a:cubicBezTo>
                      <a:pt x="60" y="25"/>
                      <a:pt x="58" y="27"/>
                      <a:pt x="55" y="28"/>
                    </a:cubicBezTo>
                    <a:cubicBezTo>
                      <a:pt x="58" y="32"/>
                      <a:pt x="58" y="32"/>
                      <a:pt x="58" y="32"/>
                    </a:cubicBezTo>
                    <a:close/>
                    <a:moveTo>
                      <a:pt x="47" y="40"/>
                    </a:moveTo>
                    <a:cubicBezTo>
                      <a:pt x="49" y="39"/>
                      <a:pt x="51" y="37"/>
                      <a:pt x="53" y="35"/>
                    </a:cubicBezTo>
                    <a:cubicBezTo>
                      <a:pt x="51" y="32"/>
                      <a:pt x="51" y="32"/>
                      <a:pt x="51" y="32"/>
                    </a:cubicBezTo>
                    <a:cubicBezTo>
                      <a:pt x="49" y="34"/>
                      <a:pt x="47" y="36"/>
                      <a:pt x="45" y="38"/>
                    </a:cubicBezTo>
                    <a:lnTo>
                      <a:pt x="47" y="40"/>
                    </a:lnTo>
                    <a:close/>
                    <a:moveTo>
                      <a:pt x="38" y="50"/>
                    </a:moveTo>
                    <a:cubicBezTo>
                      <a:pt x="39" y="48"/>
                      <a:pt x="41" y="46"/>
                      <a:pt x="43" y="45"/>
                    </a:cubicBezTo>
                    <a:cubicBezTo>
                      <a:pt x="40" y="42"/>
                      <a:pt x="40" y="42"/>
                      <a:pt x="40" y="42"/>
                    </a:cubicBezTo>
                    <a:cubicBezTo>
                      <a:pt x="38" y="44"/>
                      <a:pt x="36" y="46"/>
                      <a:pt x="35" y="48"/>
                    </a:cubicBezTo>
                    <a:lnTo>
                      <a:pt x="38" y="50"/>
                    </a:lnTo>
                    <a:close/>
                    <a:moveTo>
                      <a:pt x="29" y="61"/>
                    </a:moveTo>
                    <a:cubicBezTo>
                      <a:pt x="31" y="59"/>
                      <a:pt x="32" y="57"/>
                      <a:pt x="34" y="55"/>
                    </a:cubicBezTo>
                    <a:cubicBezTo>
                      <a:pt x="31" y="52"/>
                      <a:pt x="31" y="52"/>
                      <a:pt x="31" y="52"/>
                    </a:cubicBezTo>
                    <a:cubicBezTo>
                      <a:pt x="29" y="55"/>
                      <a:pt x="27" y="57"/>
                      <a:pt x="26" y="59"/>
                    </a:cubicBezTo>
                    <a:lnTo>
                      <a:pt x="29" y="61"/>
                    </a:lnTo>
                    <a:close/>
                    <a:moveTo>
                      <a:pt x="22" y="73"/>
                    </a:moveTo>
                    <a:cubicBezTo>
                      <a:pt x="23" y="71"/>
                      <a:pt x="24" y="68"/>
                      <a:pt x="26" y="66"/>
                    </a:cubicBezTo>
                    <a:cubicBezTo>
                      <a:pt x="22" y="64"/>
                      <a:pt x="22" y="64"/>
                      <a:pt x="22" y="64"/>
                    </a:cubicBezTo>
                    <a:cubicBezTo>
                      <a:pt x="21" y="66"/>
                      <a:pt x="19" y="69"/>
                      <a:pt x="18" y="71"/>
                    </a:cubicBezTo>
                    <a:lnTo>
                      <a:pt x="22" y="73"/>
                    </a:lnTo>
                    <a:close/>
                    <a:moveTo>
                      <a:pt x="15" y="85"/>
                    </a:moveTo>
                    <a:cubicBezTo>
                      <a:pt x="16" y="83"/>
                      <a:pt x="18" y="80"/>
                      <a:pt x="19" y="78"/>
                    </a:cubicBezTo>
                    <a:cubicBezTo>
                      <a:pt x="15" y="76"/>
                      <a:pt x="15" y="76"/>
                      <a:pt x="15" y="76"/>
                    </a:cubicBezTo>
                    <a:cubicBezTo>
                      <a:pt x="14" y="79"/>
                      <a:pt x="13" y="81"/>
                      <a:pt x="12" y="84"/>
                    </a:cubicBezTo>
                    <a:lnTo>
                      <a:pt x="15" y="85"/>
                    </a:lnTo>
                    <a:close/>
                    <a:moveTo>
                      <a:pt x="10" y="98"/>
                    </a:moveTo>
                    <a:cubicBezTo>
                      <a:pt x="11" y="96"/>
                      <a:pt x="12" y="93"/>
                      <a:pt x="13" y="91"/>
                    </a:cubicBezTo>
                    <a:cubicBezTo>
                      <a:pt x="9" y="89"/>
                      <a:pt x="9" y="89"/>
                      <a:pt x="9" y="89"/>
                    </a:cubicBezTo>
                    <a:cubicBezTo>
                      <a:pt x="8" y="92"/>
                      <a:pt x="7" y="94"/>
                      <a:pt x="7" y="97"/>
                    </a:cubicBezTo>
                    <a:lnTo>
                      <a:pt x="10" y="98"/>
                    </a:lnTo>
                    <a:close/>
                    <a:moveTo>
                      <a:pt x="7" y="112"/>
                    </a:moveTo>
                    <a:cubicBezTo>
                      <a:pt x="7" y="109"/>
                      <a:pt x="8" y="106"/>
                      <a:pt x="9" y="104"/>
                    </a:cubicBezTo>
                    <a:cubicBezTo>
                      <a:pt x="5" y="103"/>
                      <a:pt x="5" y="103"/>
                      <a:pt x="5" y="103"/>
                    </a:cubicBezTo>
                    <a:cubicBezTo>
                      <a:pt x="4" y="105"/>
                      <a:pt x="3" y="108"/>
                      <a:pt x="3" y="111"/>
                    </a:cubicBezTo>
                    <a:lnTo>
                      <a:pt x="7" y="112"/>
                    </a:lnTo>
                    <a:close/>
                    <a:moveTo>
                      <a:pt x="4" y="125"/>
                    </a:moveTo>
                    <a:cubicBezTo>
                      <a:pt x="5" y="123"/>
                      <a:pt x="5" y="120"/>
                      <a:pt x="6" y="117"/>
                    </a:cubicBezTo>
                    <a:cubicBezTo>
                      <a:pt x="2" y="117"/>
                      <a:pt x="2" y="117"/>
                      <a:pt x="2" y="117"/>
                    </a:cubicBezTo>
                    <a:cubicBezTo>
                      <a:pt x="1" y="119"/>
                      <a:pt x="1" y="122"/>
                      <a:pt x="0" y="125"/>
                    </a:cubicBezTo>
                    <a:cubicBezTo>
                      <a:pt x="4" y="125"/>
                      <a:pt x="4" y="125"/>
                      <a:pt x="4" y="125"/>
                    </a:cubicBezTo>
                    <a:close/>
                    <a:moveTo>
                      <a:pt x="4" y="139"/>
                    </a:moveTo>
                    <a:cubicBezTo>
                      <a:pt x="4" y="136"/>
                      <a:pt x="4" y="134"/>
                      <a:pt x="4" y="131"/>
                    </a:cubicBezTo>
                    <a:cubicBezTo>
                      <a:pt x="0" y="131"/>
                      <a:pt x="0" y="131"/>
                      <a:pt x="0" y="131"/>
                    </a:cubicBezTo>
                    <a:cubicBezTo>
                      <a:pt x="0" y="134"/>
                      <a:pt x="0" y="136"/>
                      <a:pt x="0" y="139"/>
                    </a:cubicBezTo>
                    <a:lnTo>
                      <a:pt x="4" y="139"/>
                    </a:lnTo>
                    <a:close/>
                    <a:moveTo>
                      <a:pt x="4" y="153"/>
                    </a:moveTo>
                    <a:cubicBezTo>
                      <a:pt x="4" y="145"/>
                      <a:pt x="4" y="145"/>
                      <a:pt x="4" y="145"/>
                    </a:cubicBezTo>
                    <a:cubicBezTo>
                      <a:pt x="0" y="145"/>
                      <a:pt x="0" y="145"/>
                      <a:pt x="0" y="145"/>
                    </a:cubicBezTo>
                    <a:cubicBezTo>
                      <a:pt x="0" y="153"/>
                      <a:pt x="0" y="153"/>
                      <a:pt x="0" y="153"/>
                    </a:cubicBezTo>
                    <a:lnTo>
                      <a:pt x="4" y="153"/>
                    </a:lnTo>
                    <a:close/>
                    <a:moveTo>
                      <a:pt x="4" y="167"/>
                    </a:moveTo>
                    <a:cubicBezTo>
                      <a:pt x="4" y="164"/>
                      <a:pt x="4" y="162"/>
                      <a:pt x="4" y="159"/>
                    </a:cubicBezTo>
                    <a:cubicBezTo>
                      <a:pt x="0" y="159"/>
                      <a:pt x="0" y="159"/>
                      <a:pt x="0" y="159"/>
                    </a:cubicBezTo>
                    <a:cubicBezTo>
                      <a:pt x="0" y="162"/>
                      <a:pt x="0" y="165"/>
                      <a:pt x="0" y="167"/>
                    </a:cubicBezTo>
                    <a:lnTo>
                      <a:pt x="4" y="167"/>
                    </a:lnTo>
                    <a:close/>
                    <a:moveTo>
                      <a:pt x="6" y="181"/>
                    </a:moveTo>
                    <a:cubicBezTo>
                      <a:pt x="5" y="178"/>
                      <a:pt x="5" y="175"/>
                      <a:pt x="5" y="173"/>
                    </a:cubicBezTo>
                    <a:cubicBezTo>
                      <a:pt x="1" y="173"/>
                      <a:pt x="1" y="173"/>
                      <a:pt x="1" y="173"/>
                    </a:cubicBezTo>
                    <a:cubicBezTo>
                      <a:pt x="1" y="176"/>
                      <a:pt x="1" y="179"/>
                      <a:pt x="2" y="181"/>
                    </a:cubicBezTo>
                    <a:lnTo>
                      <a:pt x="6" y="181"/>
                    </a:lnTo>
                    <a:close/>
                    <a:moveTo>
                      <a:pt x="9" y="194"/>
                    </a:moveTo>
                    <a:cubicBezTo>
                      <a:pt x="8" y="192"/>
                      <a:pt x="7" y="189"/>
                      <a:pt x="7" y="186"/>
                    </a:cubicBezTo>
                    <a:cubicBezTo>
                      <a:pt x="3" y="187"/>
                      <a:pt x="3" y="187"/>
                      <a:pt x="3" y="187"/>
                    </a:cubicBezTo>
                    <a:cubicBezTo>
                      <a:pt x="4" y="190"/>
                      <a:pt x="4" y="193"/>
                      <a:pt x="5" y="195"/>
                    </a:cubicBezTo>
                    <a:lnTo>
                      <a:pt x="9" y="194"/>
                    </a:lnTo>
                    <a:close/>
                    <a:moveTo>
                      <a:pt x="13" y="207"/>
                    </a:moveTo>
                    <a:cubicBezTo>
                      <a:pt x="12" y="205"/>
                      <a:pt x="11" y="202"/>
                      <a:pt x="11" y="200"/>
                    </a:cubicBezTo>
                    <a:cubicBezTo>
                      <a:pt x="7" y="201"/>
                      <a:pt x="7" y="201"/>
                      <a:pt x="7" y="201"/>
                    </a:cubicBezTo>
                    <a:cubicBezTo>
                      <a:pt x="8" y="204"/>
                      <a:pt x="9" y="206"/>
                      <a:pt x="10" y="209"/>
                    </a:cubicBezTo>
                    <a:lnTo>
                      <a:pt x="13" y="207"/>
                    </a:lnTo>
                    <a:close/>
                    <a:moveTo>
                      <a:pt x="19" y="220"/>
                    </a:moveTo>
                    <a:cubicBezTo>
                      <a:pt x="18" y="217"/>
                      <a:pt x="17" y="215"/>
                      <a:pt x="16" y="213"/>
                    </a:cubicBezTo>
                    <a:cubicBezTo>
                      <a:pt x="12" y="214"/>
                      <a:pt x="12" y="214"/>
                      <a:pt x="12" y="214"/>
                    </a:cubicBezTo>
                    <a:cubicBezTo>
                      <a:pt x="13" y="217"/>
                      <a:pt x="14" y="219"/>
                      <a:pt x="15" y="222"/>
                    </a:cubicBezTo>
                    <a:lnTo>
                      <a:pt x="19" y="220"/>
                    </a:lnTo>
                    <a:close/>
                    <a:moveTo>
                      <a:pt x="26" y="232"/>
                    </a:moveTo>
                    <a:cubicBezTo>
                      <a:pt x="25" y="230"/>
                      <a:pt x="23" y="227"/>
                      <a:pt x="22" y="225"/>
                    </a:cubicBezTo>
                    <a:cubicBezTo>
                      <a:pt x="18" y="227"/>
                      <a:pt x="18" y="227"/>
                      <a:pt x="18" y="227"/>
                    </a:cubicBezTo>
                    <a:cubicBezTo>
                      <a:pt x="20" y="229"/>
                      <a:pt x="21" y="232"/>
                      <a:pt x="23" y="234"/>
                    </a:cubicBezTo>
                    <a:lnTo>
                      <a:pt x="26" y="232"/>
                    </a:lnTo>
                    <a:close/>
                    <a:moveTo>
                      <a:pt x="34" y="243"/>
                    </a:moveTo>
                    <a:cubicBezTo>
                      <a:pt x="32" y="241"/>
                      <a:pt x="31" y="239"/>
                      <a:pt x="29" y="237"/>
                    </a:cubicBezTo>
                    <a:cubicBezTo>
                      <a:pt x="26" y="239"/>
                      <a:pt x="26" y="239"/>
                      <a:pt x="26" y="239"/>
                    </a:cubicBezTo>
                    <a:cubicBezTo>
                      <a:pt x="28" y="241"/>
                      <a:pt x="29" y="243"/>
                      <a:pt x="31" y="245"/>
                    </a:cubicBezTo>
                    <a:lnTo>
                      <a:pt x="34" y="243"/>
                    </a:lnTo>
                    <a:close/>
                    <a:moveTo>
                      <a:pt x="43" y="253"/>
                    </a:moveTo>
                    <a:cubicBezTo>
                      <a:pt x="42" y="251"/>
                      <a:pt x="40" y="249"/>
                      <a:pt x="38" y="247"/>
                    </a:cubicBezTo>
                    <a:cubicBezTo>
                      <a:pt x="35" y="250"/>
                      <a:pt x="35" y="250"/>
                      <a:pt x="35" y="250"/>
                    </a:cubicBezTo>
                    <a:cubicBezTo>
                      <a:pt x="37" y="252"/>
                      <a:pt x="39" y="254"/>
                      <a:pt x="41" y="256"/>
                    </a:cubicBezTo>
                    <a:lnTo>
                      <a:pt x="43" y="253"/>
                    </a:lnTo>
                    <a:close/>
                    <a:moveTo>
                      <a:pt x="54" y="263"/>
                    </a:moveTo>
                    <a:cubicBezTo>
                      <a:pt x="52" y="261"/>
                      <a:pt x="50" y="259"/>
                      <a:pt x="48" y="257"/>
                    </a:cubicBezTo>
                    <a:cubicBezTo>
                      <a:pt x="45" y="260"/>
                      <a:pt x="45" y="260"/>
                      <a:pt x="45" y="260"/>
                    </a:cubicBezTo>
                    <a:cubicBezTo>
                      <a:pt x="47" y="262"/>
                      <a:pt x="49" y="264"/>
                      <a:pt x="51" y="266"/>
                    </a:cubicBezTo>
                    <a:lnTo>
                      <a:pt x="54" y="263"/>
                    </a:lnTo>
                    <a:close/>
                    <a:moveTo>
                      <a:pt x="65" y="271"/>
                    </a:moveTo>
                    <a:cubicBezTo>
                      <a:pt x="63" y="269"/>
                      <a:pt x="60" y="268"/>
                      <a:pt x="58" y="266"/>
                    </a:cubicBezTo>
                    <a:cubicBezTo>
                      <a:pt x="56" y="269"/>
                      <a:pt x="56" y="269"/>
                      <a:pt x="56" y="269"/>
                    </a:cubicBezTo>
                    <a:cubicBezTo>
                      <a:pt x="58" y="271"/>
                      <a:pt x="60" y="273"/>
                      <a:pt x="63" y="274"/>
                    </a:cubicBezTo>
                    <a:lnTo>
                      <a:pt x="65" y="271"/>
                    </a:lnTo>
                    <a:close/>
                    <a:moveTo>
                      <a:pt x="77" y="278"/>
                    </a:moveTo>
                    <a:cubicBezTo>
                      <a:pt x="74" y="277"/>
                      <a:pt x="72" y="275"/>
                      <a:pt x="70" y="274"/>
                    </a:cubicBezTo>
                    <a:cubicBezTo>
                      <a:pt x="68" y="277"/>
                      <a:pt x="68" y="277"/>
                      <a:pt x="68" y="277"/>
                    </a:cubicBezTo>
                    <a:cubicBezTo>
                      <a:pt x="70" y="279"/>
                      <a:pt x="72" y="280"/>
                      <a:pt x="75" y="281"/>
                    </a:cubicBezTo>
                    <a:lnTo>
                      <a:pt x="77" y="278"/>
                    </a:lnTo>
                    <a:close/>
                    <a:moveTo>
                      <a:pt x="89" y="284"/>
                    </a:moveTo>
                    <a:cubicBezTo>
                      <a:pt x="87" y="283"/>
                      <a:pt x="84" y="282"/>
                      <a:pt x="82" y="281"/>
                    </a:cubicBezTo>
                    <a:cubicBezTo>
                      <a:pt x="80" y="284"/>
                      <a:pt x="80" y="284"/>
                      <a:pt x="80" y="284"/>
                    </a:cubicBezTo>
                    <a:cubicBezTo>
                      <a:pt x="83" y="285"/>
                      <a:pt x="85" y="286"/>
                      <a:pt x="88" y="288"/>
                    </a:cubicBezTo>
                    <a:lnTo>
                      <a:pt x="89" y="284"/>
                    </a:lnTo>
                    <a:close/>
                    <a:moveTo>
                      <a:pt x="102" y="288"/>
                    </a:moveTo>
                    <a:cubicBezTo>
                      <a:pt x="100" y="288"/>
                      <a:pt x="97" y="287"/>
                      <a:pt x="95" y="286"/>
                    </a:cubicBezTo>
                    <a:cubicBezTo>
                      <a:pt x="93" y="290"/>
                      <a:pt x="93" y="290"/>
                      <a:pt x="93" y="290"/>
                    </a:cubicBezTo>
                    <a:cubicBezTo>
                      <a:pt x="96" y="291"/>
                      <a:pt x="99" y="291"/>
                      <a:pt x="101" y="292"/>
                    </a:cubicBezTo>
                    <a:lnTo>
                      <a:pt x="102" y="288"/>
                    </a:lnTo>
                    <a:close/>
                    <a:moveTo>
                      <a:pt x="116" y="292"/>
                    </a:moveTo>
                    <a:cubicBezTo>
                      <a:pt x="113" y="291"/>
                      <a:pt x="111" y="291"/>
                      <a:pt x="108" y="290"/>
                    </a:cubicBezTo>
                    <a:cubicBezTo>
                      <a:pt x="107" y="294"/>
                      <a:pt x="107" y="294"/>
                      <a:pt x="107" y="294"/>
                    </a:cubicBezTo>
                    <a:cubicBezTo>
                      <a:pt x="110" y="294"/>
                      <a:pt x="112" y="295"/>
                      <a:pt x="115" y="296"/>
                    </a:cubicBezTo>
                    <a:lnTo>
                      <a:pt x="116" y="292"/>
                    </a:lnTo>
                    <a:close/>
                    <a:moveTo>
                      <a:pt x="129" y="293"/>
                    </a:moveTo>
                    <a:cubicBezTo>
                      <a:pt x="127" y="293"/>
                      <a:pt x="124" y="293"/>
                      <a:pt x="122" y="293"/>
                    </a:cubicBezTo>
                    <a:cubicBezTo>
                      <a:pt x="121" y="296"/>
                      <a:pt x="121" y="296"/>
                      <a:pt x="121" y="296"/>
                    </a:cubicBezTo>
                    <a:cubicBezTo>
                      <a:pt x="124" y="297"/>
                      <a:pt x="126" y="297"/>
                      <a:pt x="129" y="297"/>
                    </a:cubicBezTo>
                    <a:lnTo>
                      <a:pt x="129" y="293"/>
                    </a:lnTo>
                    <a:close/>
                    <a:moveTo>
                      <a:pt x="143" y="294"/>
                    </a:moveTo>
                    <a:cubicBezTo>
                      <a:pt x="141" y="294"/>
                      <a:pt x="141" y="294"/>
                      <a:pt x="141" y="294"/>
                    </a:cubicBezTo>
                    <a:cubicBezTo>
                      <a:pt x="139" y="294"/>
                      <a:pt x="137" y="294"/>
                      <a:pt x="135" y="294"/>
                    </a:cubicBezTo>
                    <a:cubicBezTo>
                      <a:pt x="135" y="298"/>
                      <a:pt x="135" y="298"/>
                      <a:pt x="135" y="298"/>
                    </a:cubicBezTo>
                    <a:cubicBezTo>
                      <a:pt x="137" y="298"/>
                      <a:pt x="139" y="298"/>
                      <a:pt x="141" y="298"/>
                    </a:cubicBezTo>
                    <a:cubicBezTo>
                      <a:pt x="143" y="298"/>
                      <a:pt x="143" y="298"/>
                      <a:pt x="143" y="298"/>
                    </a:cubicBezTo>
                    <a:lnTo>
                      <a:pt x="143" y="294"/>
                    </a:lnTo>
                    <a:close/>
                    <a:moveTo>
                      <a:pt x="157" y="294"/>
                    </a:moveTo>
                    <a:cubicBezTo>
                      <a:pt x="149" y="294"/>
                      <a:pt x="149" y="294"/>
                      <a:pt x="149" y="294"/>
                    </a:cubicBezTo>
                    <a:cubicBezTo>
                      <a:pt x="149" y="298"/>
                      <a:pt x="149" y="298"/>
                      <a:pt x="149" y="298"/>
                    </a:cubicBezTo>
                    <a:cubicBezTo>
                      <a:pt x="157" y="298"/>
                      <a:pt x="157" y="298"/>
                      <a:pt x="157" y="298"/>
                    </a:cubicBezTo>
                    <a:lnTo>
                      <a:pt x="157" y="294"/>
                    </a:lnTo>
                    <a:close/>
                    <a:moveTo>
                      <a:pt x="171" y="294"/>
                    </a:moveTo>
                    <a:cubicBezTo>
                      <a:pt x="163" y="294"/>
                      <a:pt x="163" y="294"/>
                      <a:pt x="163" y="294"/>
                    </a:cubicBezTo>
                    <a:cubicBezTo>
                      <a:pt x="163" y="298"/>
                      <a:pt x="163" y="298"/>
                      <a:pt x="163" y="298"/>
                    </a:cubicBezTo>
                    <a:cubicBezTo>
                      <a:pt x="171" y="298"/>
                      <a:pt x="171" y="298"/>
                      <a:pt x="171" y="298"/>
                    </a:cubicBezTo>
                    <a:lnTo>
                      <a:pt x="171" y="294"/>
                    </a:lnTo>
                    <a:close/>
                    <a:moveTo>
                      <a:pt x="185" y="294"/>
                    </a:moveTo>
                    <a:cubicBezTo>
                      <a:pt x="177" y="294"/>
                      <a:pt x="177" y="294"/>
                      <a:pt x="177" y="294"/>
                    </a:cubicBezTo>
                    <a:cubicBezTo>
                      <a:pt x="177" y="298"/>
                      <a:pt x="177" y="298"/>
                      <a:pt x="177" y="298"/>
                    </a:cubicBezTo>
                    <a:cubicBezTo>
                      <a:pt x="185" y="298"/>
                      <a:pt x="185" y="298"/>
                      <a:pt x="185" y="298"/>
                    </a:cubicBezTo>
                    <a:lnTo>
                      <a:pt x="185" y="294"/>
                    </a:lnTo>
                    <a:close/>
                    <a:moveTo>
                      <a:pt x="200" y="294"/>
                    </a:moveTo>
                    <a:cubicBezTo>
                      <a:pt x="192" y="294"/>
                      <a:pt x="192" y="294"/>
                      <a:pt x="192" y="294"/>
                    </a:cubicBezTo>
                    <a:cubicBezTo>
                      <a:pt x="192" y="298"/>
                      <a:pt x="192" y="298"/>
                      <a:pt x="192" y="298"/>
                    </a:cubicBezTo>
                    <a:cubicBezTo>
                      <a:pt x="200" y="298"/>
                      <a:pt x="200" y="298"/>
                      <a:pt x="200" y="298"/>
                    </a:cubicBezTo>
                    <a:lnTo>
                      <a:pt x="200" y="294"/>
                    </a:lnTo>
                    <a:close/>
                    <a:moveTo>
                      <a:pt x="214" y="294"/>
                    </a:moveTo>
                    <a:cubicBezTo>
                      <a:pt x="206" y="294"/>
                      <a:pt x="206" y="294"/>
                      <a:pt x="206" y="294"/>
                    </a:cubicBezTo>
                    <a:cubicBezTo>
                      <a:pt x="206" y="298"/>
                      <a:pt x="206" y="298"/>
                      <a:pt x="206" y="298"/>
                    </a:cubicBezTo>
                    <a:cubicBezTo>
                      <a:pt x="214" y="298"/>
                      <a:pt x="214" y="298"/>
                      <a:pt x="214" y="298"/>
                    </a:cubicBezTo>
                    <a:lnTo>
                      <a:pt x="214" y="294"/>
                    </a:lnTo>
                    <a:close/>
                    <a:moveTo>
                      <a:pt x="228" y="294"/>
                    </a:moveTo>
                    <a:cubicBezTo>
                      <a:pt x="220" y="294"/>
                      <a:pt x="220" y="294"/>
                      <a:pt x="220" y="294"/>
                    </a:cubicBezTo>
                    <a:cubicBezTo>
                      <a:pt x="220" y="298"/>
                      <a:pt x="220" y="298"/>
                      <a:pt x="220" y="298"/>
                    </a:cubicBezTo>
                    <a:cubicBezTo>
                      <a:pt x="228" y="298"/>
                      <a:pt x="228" y="298"/>
                      <a:pt x="228" y="298"/>
                    </a:cubicBezTo>
                    <a:lnTo>
                      <a:pt x="228" y="294"/>
                    </a:lnTo>
                    <a:close/>
                    <a:moveTo>
                      <a:pt x="242" y="294"/>
                    </a:moveTo>
                    <a:cubicBezTo>
                      <a:pt x="234" y="294"/>
                      <a:pt x="234" y="294"/>
                      <a:pt x="234" y="294"/>
                    </a:cubicBezTo>
                    <a:cubicBezTo>
                      <a:pt x="234" y="298"/>
                      <a:pt x="234" y="298"/>
                      <a:pt x="234" y="298"/>
                    </a:cubicBezTo>
                    <a:cubicBezTo>
                      <a:pt x="242" y="298"/>
                      <a:pt x="242" y="298"/>
                      <a:pt x="242" y="298"/>
                    </a:cubicBezTo>
                    <a:lnTo>
                      <a:pt x="242" y="294"/>
                    </a:lnTo>
                    <a:close/>
                    <a:moveTo>
                      <a:pt x="256" y="294"/>
                    </a:moveTo>
                    <a:cubicBezTo>
                      <a:pt x="248" y="294"/>
                      <a:pt x="248" y="294"/>
                      <a:pt x="248" y="294"/>
                    </a:cubicBezTo>
                    <a:cubicBezTo>
                      <a:pt x="248" y="298"/>
                      <a:pt x="248" y="298"/>
                      <a:pt x="248" y="298"/>
                    </a:cubicBezTo>
                    <a:cubicBezTo>
                      <a:pt x="256" y="298"/>
                      <a:pt x="256" y="298"/>
                      <a:pt x="256" y="298"/>
                    </a:cubicBezTo>
                    <a:lnTo>
                      <a:pt x="256" y="294"/>
                    </a:lnTo>
                    <a:close/>
                    <a:moveTo>
                      <a:pt x="270" y="294"/>
                    </a:moveTo>
                    <a:cubicBezTo>
                      <a:pt x="262" y="294"/>
                      <a:pt x="262" y="294"/>
                      <a:pt x="262" y="294"/>
                    </a:cubicBezTo>
                    <a:cubicBezTo>
                      <a:pt x="262" y="298"/>
                      <a:pt x="262" y="298"/>
                      <a:pt x="262" y="298"/>
                    </a:cubicBezTo>
                    <a:cubicBezTo>
                      <a:pt x="270" y="298"/>
                      <a:pt x="270" y="298"/>
                      <a:pt x="270" y="298"/>
                    </a:cubicBezTo>
                    <a:lnTo>
                      <a:pt x="270" y="294"/>
                    </a:lnTo>
                    <a:close/>
                    <a:moveTo>
                      <a:pt x="284" y="294"/>
                    </a:moveTo>
                    <a:cubicBezTo>
                      <a:pt x="276" y="294"/>
                      <a:pt x="276" y="294"/>
                      <a:pt x="276" y="294"/>
                    </a:cubicBezTo>
                    <a:cubicBezTo>
                      <a:pt x="276" y="298"/>
                      <a:pt x="276" y="298"/>
                      <a:pt x="276" y="298"/>
                    </a:cubicBezTo>
                    <a:cubicBezTo>
                      <a:pt x="284" y="298"/>
                      <a:pt x="284" y="298"/>
                      <a:pt x="284" y="298"/>
                    </a:cubicBezTo>
                    <a:lnTo>
                      <a:pt x="284" y="294"/>
                    </a:lnTo>
                    <a:close/>
                    <a:moveTo>
                      <a:pt x="298" y="294"/>
                    </a:moveTo>
                    <a:cubicBezTo>
                      <a:pt x="290" y="294"/>
                      <a:pt x="290" y="294"/>
                      <a:pt x="290" y="294"/>
                    </a:cubicBezTo>
                    <a:cubicBezTo>
                      <a:pt x="290" y="298"/>
                      <a:pt x="290" y="298"/>
                      <a:pt x="290" y="298"/>
                    </a:cubicBezTo>
                    <a:cubicBezTo>
                      <a:pt x="298" y="298"/>
                      <a:pt x="298" y="298"/>
                      <a:pt x="298" y="298"/>
                    </a:cubicBezTo>
                    <a:lnTo>
                      <a:pt x="298" y="294"/>
                    </a:lnTo>
                    <a:close/>
                    <a:moveTo>
                      <a:pt x="312" y="294"/>
                    </a:moveTo>
                    <a:cubicBezTo>
                      <a:pt x="304" y="294"/>
                      <a:pt x="304" y="294"/>
                      <a:pt x="304" y="294"/>
                    </a:cubicBezTo>
                    <a:cubicBezTo>
                      <a:pt x="304" y="298"/>
                      <a:pt x="304" y="298"/>
                      <a:pt x="304" y="298"/>
                    </a:cubicBezTo>
                    <a:cubicBezTo>
                      <a:pt x="312" y="298"/>
                      <a:pt x="312" y="298"/>
                      <a:pt x="312" y="298"/>
                    </a:cubicBezTo>
                    <a:lnTo>
                      <a:pt x="312" y="294"/>
                    </a:lnTo>
                    <a:close/>
                    <a:moveTo>
                      <a:pt x="326" y="294"/>
                    </a:moveTo>
                    <a:cubicBezTo>
                      <a:pt x="318" y="294"/>
                      <a:pt x="318" y="294"/>
                      <a:pt x="318" y="294"/>
                    </a:cubicBezTo>
                    <a:cubicBezTo>
                      <a:pt x="318" y="298"/>
                      <a:pt x="318" y="298"/>
                      <a:pt x="318" y="298"/>
                    </a:cubicBezTo>
                    <a:cubicBezTo>
                      <a:pt x="326" y="298"/>
                      <a:pt x="326" y="298"/>
                      <a:pt x="326" y="298"/>
                    </a:cubicBezTo>
                    <a:lnTo>
                      <a:pt x="326" y="294"/>
                    </a:lnTo>
                    <a:close/>
                    <a:moveTo>
                      <a:pt x="340" y="294"/>
                    </a:moveTo>
                    <a:cubicBezTo>
                      <a:pt x="332" y="294"/>
                      <a:pt x="332" y="294"/>
                      <a:pt x="332" y="294"/>
                    </a:cubicBezTo>
                    <a:cubicBezTo>
                      <a:pt x="332" y="298"/>
                      <a:pt x="332" y="298"/>
                      <a:pt x="332" y="298"/>
                    </a:cubicBezTo>
                    <a:cubicBezTo>
                      <a:pt x="340" y="298"/>
                      <a:pt x="340" y="298"/>
                      <a:pt x="340" y="298"/>
                    </a:cubicBezTo>
                    <a:lnTo>
                      <a:pt x="340" y="294"/>
                    </a:lnTo>
                    <a:close/>
                    <a:moveTo>
                      <a:pt x="354" y="294"/>
                    </a:moveTo>
                    <a:cubicBezTo>
                      <a:pt x="346" y="294"/>
                      <a:pt x="346" y="294"/>
                      <a:pt x="346" y="294"/>
                    </a:cubicBezTo>
                    <a:cubicBezTo>
                      <a:pt x="346" y="298"/>
                      <a:pt x="346" y="298"/>
                      <a:pt x="346" y="298"/>
                    </a:cubicBezTo>
                    <a:cubicBezTo>
                      <a:pt x="354" y="298"/>
                      <a:pt x="354" y="298"/>
                      <a:pt x="354" y="298"/>
                    </a:cubicBezTo>
                    <a:lnTo>
                      <a:pt x="354" y="294"/>
                    </a:lnTo>
                    <a:close/>
                    <a:moveTo>
                      <a:pt x="368" y="294"/>
                    </a:moveTo>
                    <a:cubicBezTo>
                      <a:pt x="360" y="294"/>
                      <a:pt x="360" y="294"/>
                      <a:pt x="360" y="294"/>
                    </a:cubicBezTo>
                    <a:cubicBezTo>
                      <a:pt x="360" y="298"/>
                      <a:pt x="360" y="298"/>
                      <a:pt x="360" y="298"/>
                    </a:cubicBezTo>
                    <a:cubicBezTo>
                      <a:pt x="368" y="298"/>
                      <a:pt x="368" y="298"/>
                      <a:pt x="368" y="298"/>
                    </a:cubicBezTo>
                    <a:lnTo>
                      <a:pt x="368" y="294"/>
                    </a:lnTo>
                    <a:close/>
                    <a:moveTo>
                      <a:pt x="382" y="294"/>
                    </a:moveTo>
                    <a:cubicBezTo>
                      <a:pt x="374" y="294"/>
                      <a:pt x="374" y="294"/>
                      <a:pt x="374" y="294"/>
                    </a:cubicBezTo>
                    <a:cubicBezTo>
                      <a:pt x="374" y="298"/>
                      <a:pt x="374" y="298"/>
                      <a:pt x="374" y="298"/>
                    </a:cubicBezTo>
                    <a:cubicBezTo>
                      <a:pt x="382" y="298"/>
                      <a:pt x="382" y="298"/>
                      <a:pt x="382" y="298"/>
                    </a:cubicBezTo>
                    <a:lnTo>
                      <a:pt x="382" y="294"/>
                    </a:lnTo>
                    <a:close/>
                    <a:moveTo>
                      <a:pt x="396" y="294"/>
                    </a:moveTo>
                    <a:cubicBezTo>
                      <a:pt x="388" y="294"/>
                      <a:pt x="388" y="294"/>
                      <a:pt x="388" y="294"/>
                    </a:cubicBezTo>
                    <a:cubicBezTo>
                      <a:pt x="388" y="298"/>
                      <a:pt x="388" y="298"/>
                      <a:pt x="388" y="298"/>
                    </a:cubicBezTo>
                    <a:cubicBezTo>
                      <a:pt x="396" y="298"/>
                      <a:pt x="396" y="298"/>
                      <a:pt x="396" y="298"/>
                    </a:cubicBezTo>
                    <a:lnTo>
                      <a:pt x="396" y="294"/>
                    </a:lnTo>
                    <a:close/>
                    <a:moveTo>
                      <a:pt x="410" y="294"/>
                    </a:moveTo>
                    <a:cubicBezTo>
                      <a:pt x="402" y="294"/>
                      <a:pt x="402" y="294"/>
                      <a:pt x="402" y="294"/>
                    </a:cubicBezTo>
                    <a:cubicBezTo>
                      <a:pt x="402" y="298"/>
                      <a:pt x="402" y="298"/>
                      <a:pt x="402" y="298"/>
                    </a:cubicBezTo>
                    <a:cubicBezTo>
                      <a:pt x="410" y="298"/>
                      <a:pt x="410" y="298"/>
                      <a:pt x="410" y="298"/>
                    </a:cubicBezTo>
                    <a:lnTo>
                      <a:pt x="410" y="294"/>
                    </a:lnTo>
                    <a:close/>
                    <a:moveTo>
                      <a:pt x="424" y="294"/>
                    </a:moveTo>
                    <a:cubicBezTo>
                      <a:pt x="416" y="294"/>
                      <a:pt x="416" y="294"/>
                      <a:pt x="416" y="294"/>
                    </a:cubicBezTo>
                    <a:cubicBezTo>
                      <a:pt x="416" y="298"/>
                      <a:pt x="416" y="298"/>
                      <a:pt x="416" y="298"/>
                    </a:cubicBezTo>
                    <a:cubicBezTo>
                      <a:pt x="424" y="298"/>
                      <a:pt x="424" y="298"/>
                      <a:pt x="424" y="298"/>
                    </a:cubicBezTo>
                    <a:lnTo>
                      <a:pt x="424" y="294"/>
                    </a:lnTo>
                    <a:close/>
                    <a:moveTo>
                      <a:pt x="438" y="294"/>
                    </a:moveTo>
                    <a:cubicBezTo>
                      <a:pt x="430" y="294"/>
                      <a:pt x="430" y="294"/>
                      <a:pt x="430" y="294"/>
                    </a:cubicBezTo>
                    <a:cubicBezTo>
                      <a:pt x="430" y="298"/>
                      <a:pt x="430" y="298"/>
                      <a:pt x="430" y="298"/>
                    </a:cubicBezTo>
                    <a:cubicBezTo>
                      <a:pt x="438" y="298"/>
                      <a:pt x="438" y="298"/>
                      <a:pt x="438" y="298"/>
                    </a:cubicBezTo>
                    <a:lnTo>
                      <a:pt x="438" y="294"/>
                    </a:lnTo>
                    <a:close/>
                    <a:moveTo>
                      <a:pt x="453" y="294"/>
                    </a:moveTo>
                    <a:cubicBezTo>
                      <a:pt x="444" y="294"/>
                      <a:pt x="444" y="294"/>
                      <a:pt x="444" y="294"/>
                    </a:cubicBezTo>
                    <a:cubicBezTo>
                      <a:pt x="444" y="298"/>
                      <a:pt x="444" y="298"/>
                      <a:pt x="444" y="298"/>
                    </a:cubicBezTo>
                    <a:cubicBezTo>
                      <a:pt x="453" y="298"/>
                      <a:pt x="453" y="298"/>
                      <a:pt x="453" y="298"/>
                    </a:cubicBezTo>
                    <a:lnTo>
                      <a:pt x="453" y="294"/>
                    </a:lnTo>
                    <a:close/>
                    <a:moveTo>
                      <a:pt x="467" y="294"/>
                    </a:moveTo>
                    <a:cubicBezTo>
                      <a:pt x="459" y="294"/>
                      <a:pt x="459" y="294"/>
                      <a:pt x="459" y="294"/>
                    </a:cubicBezTo>
                    <a:cubicBezTo>
                      <a:pt x="459" y="298"/>
                      <a:pt x="459" y="298"/>
                      <a:pt x="459" y="298"/>
                    </a:cubicBezTo>
                    <a:cubicBezTo>
                      <a:pt x="467" y="298"/>
                      <a:pt x="467" y="298"/>
                      <a:pt x="467" y="298"/>
                    </a:cubicBezTo>
                    <a:lnTo>
                      <a:pt x="467" y="294"/>
                    </a:lnTo>
                    <a:close/>
                    <a:moveTo>
                      <a:pt x="481" y="294"/>
                    </a:moveTo>
                    <a:cubicBezTo>
                      <a:pt x="473" y="294"/>
                      <a:pt x="473" y="294"/>
                      <a:pt x="473" y="294"/>
                    </a:cubicBezTo>
                    <a:cubicBezTo>
                      <a:pt x="473" y="298"/>
                      <a:pt x="473" y="298"/>
                      <a:pt x="473" y="298"/>
                    </a:cubicBezTo>
                    <a:cubicBezTo>
                      <a:pt x="481" y="298"/>
                      <a:pt x="481" y="298"/>
                      <a:pt x="481" y="298"/>
                    </a:cubicBezTo>
                    <a:lnTo>
                      <a:pt x="481" y="294"/>
                    </a:lnTo>
                    <a:close/>
                    <a:moveTo>
                      <a:pt x="495" y="294"/>
                    </a:moveTo>
                    <a:cubicBezTo>
                      <a:pt x="487" y="294"/>
                      <a:pt x="487" y="294"/>
                      <a:pt x="487" y="294"/>
                    </a:cubicBezTo>
                    <a:cubicBezTo>
                      <a:pt x="487" y="298"/>
                      <a:pt x="487" y="298"/>
                      <a:pt x="487" y="298"/>
                    </a:cubicBezTo>
                    <a:cubicBezTo>
                      <a:pt x="495" y="298"/>
                      <a:pt x="495" y="298"/>
                      <a:pt x="495" y="298"/>
                    </a:cubicBezTo>
                    <a:lnTo>
                      <a:pt x="495" y="294"/>
                    </a:lnTo>
                    <a:close/>
                    <a:moveTo>
                      <a:pt x="509" y="294"/>
                    </a:moveTo>
                    <a:cubicBezTo>
                      <a:pt x="501" y="294"/>
                      <a:pt x="501" y="294"/>
                      <a:pt x="501" y="294"/>
                    </a:cubicBezTo>
                    <a:cubicBezTo>
                      <a:pt x="501" y="298"/>
                      <a:pt x="501" y="298"/>
                      <a:pt x="501" y="298"/>
                    </a:cubicBezTo>
                    <a:cubicBezTo>
                      <a:pt x="509" y="298"/>
                      <a:pt x="509" y="298"/>
                      <a:pt x="509" y="298"/>
                    </a:cubicBezTo>
                    <a:lnTo>
                      <a:pt x="509" y="294"/>
                    </a:lnTo>
                    <a:close/>
                    <a:moveTo>
                      <a:pt x="523" y="294"/>
                    </a:moveTo>
                    <a:cubicBezTo>
                      <a:pt x="515" y="294"/>
                      <a:pt x="515" y="294"/>
                      <a:pt x="515" y="294"/>
                    </a:cubicBezTo>
                    <a:cubicBezTo>
                      <a:pt x="515" y="298"/>
                      <a:pt x="515" y="298"/>
                      <a:pt x="515" y="298"/>
                    </a:cubicBezTo>
                    <a:cubicBezTo>
                      <a:pt x="523" y="298"/>
                      <a:pt x="523" y="298"/>
                      <a:pt x="523" y="298"/>
                    </a:cubicBezTo>
                    <a:lnTo>
                      <a:pt x="523" y="294"/>
                    </a:lnTo>
                    <a:close/>
                    <a:moveTo>
                      <a:pt x="537" y="294"/>
                    </a:moveTo>
                    <a:cubicBezTo>
                      <a:pt x="529" y="294"/>
                      <a:pt x="529" y="294"/>
                      <a:pt x="529" y="294"/>
                    </a:cubicBezTo>
                    <a:cubicBezTo>
                      <a:pt x="529" y="298"/>
                      <a:pt x="529" y="298"/>
                      <a:pt x="529" y="298"/>
                    </a:cubicBezTo>
                    <a:cubicBezTo>
                      <a:pt x="537" y="298"/>
                      <a:pt x="537" y="298"/>
                      <a:pt x="537" y="298"/>
                    </a:cubicBezTo>
                    <a:lnTo>
                      <a:pt x="537" y="294"/>
                    </a:lnTo>
                    <a:close/>
                    <a:moveTo>
                      <a:pt x="551" y="294"/>
                    </a:moveTo>
                    <a:cubicBezTo>
                      <a:pt x="543" y="294"/>
                      <a:pt x="543" y="294"/>
                      <a:pt x="543" y="294"/>
                    </a:cubicBezTo>
                    <a:cubicBezTo>
                      <a:pt x="543" y="298"/>
                      <a:pt x="543" y="298"/>
                      <a:pt x="543" y="298"/>
                    </a:cubicBezTo>
                    <a:cubicBezTo>
                      <a:pt x="551" y="298"/>
                      <a:pt x="551" y="298"/>
                      <a:pt x="551" y="298"/>
                    </a:cubicBezTo>
                    <a:lnTo>
                      <a:pt x="551" y="294"/>
                    </a:lnTo>
                    <a:close/>
                    <a:moveTo>
                      <a:pt x="565" y="294"/>
                    </a:moveTo>
                    <a:cubicBezTo>
                      <a:pt x="557" y="294"/>
                      <a:pt x="557" y="294"/>
                      <a:pt x="557" y="294"/>
                    </a:cubicBezTo>
                    <a:cubicBezTo>
                      <a:pt x="557" y="298"/>
                      <a:pt x="557" y="298"/>
                      <a:pt x="557" y="298"/>
                    </a:cubicBezTo>
                    <a:cubicBezTo>
                      <a:pt x="565" y="298"/>
                      <a:pt x="565" y="298"/>
                      <a:pt x="565" y="298"/>
                    </a:cubicBezTo>
                    <a:lnTo>
                      <a:pt x="565" y="294"/>
                    </a:lnTo>
                    <a:close/>
                    <a:moveTo>
                      <a:pt x="579" y="294"/>
                    </a:moveTo>
                    <a:cubicBezTo>
                      <a:pt x="571" y="294"/>
                      <a:pt x="571" y="294"/>
                      <a:pt x="571" y="294"/>
                    </a:cubicBezTo>
                    <a:cubicBezTo>
                      <a:pt x="571" y="298"/>
                      <a:pt x="571" y="298"/>
                      <a:pt x="571" y="298"/>
                    </a:cubicBezTo>
                    <a:cubicBezTo>
                      <a:pt x="579" y="298"/>
                      <a:pt x="579" y="298"/>
                      <a:pt x="579" y="298"/>
                    </a:cubicBezTo>
                    <a:lnTo>
                      <a:pt x="579" y="294"/>
                    </a:lnTo>
                    <a:close/>
                    <a:moveTo>
                      <a:pt x="593" y="294"/>
                    </a:moveTo>
                    <a:cubicBezTo>
                      <a:pt x="585" y="294"/>
                      <a:pt x="585" y="294"/>
                      <a:pt x="585" y="294"/>
                    </a:cubicBezTo>
                    <a:cubicBezTo>
                      <a:pt x="585" y="298"/>
                      <a:pt x="585" y="298"/>
                      <a:pt x="585" y="298"/>
                    </a:cubicBezTo>
                    <a:cubicBezTo>
                      <a:pt x="593" y="298"/>
                      <a:pt x="593" y="298"/>
                      <a:pt x="593" y="298"/>
                    </a:cubicBezTo>
                    <a:lnTo>
                      <a:pt x="593" y="294"/>
                    </a:lnTo>
                    <a:close/>
                    <a:moveTo>
                      <a:pt x="607" y="294"/>
                    </a:moveTo>
                    <a:cubicBezTo>
                      <a:pt x="599" y="294"/>
                      <a:pt x="599" y="294"/>
                      <a:pt x="599" y="294"/>
                    </a:cubicBezTo>
                    <a:cubicBezTo>
                      <a:pt x="599" y="298"/>
                      <a:pt x="599" y="298"/>
                      <a:pt x="599" y="298"/>
                    </a:cubicBezTo>
                    <a:cubicBezTo>
                      <a:pt x="607" y="298"/>
                      <a:pt x="607" y="298"/>
                      <a:pt x="607" y="298"/>
                    </a:cubicBezTo>
                    <a:lnTo>
                      <a:pt x="607" y="294"/>
                    </a:lnTo>
                    <a:close/>
                    <a:moveTo>
                      <a:pt x="621" y="294"/>
                    </a:moveTo>
                    <a:cubicBezTo>
                      <a:pt x="613" y="294"/>
                      <a:pt x="613" y="294"/>
                      <a:pt x="613" y="294"/>
                    </a:cubicBezTo>
                    <a:cubicBezTo>
                      <a:pt x="613" y="298"/>
                      <a:pt x="613" y="298"/>
                      <a:pt x="613" y="298"/>
                    </a:cubicBezTo>
                    <a:cubicBezTo>
                      <a:pt x="621" y="298"/>
                      <a:pt x="621" y="298"/>
                      <a:pt x="621" y="298"/>
                    </a:cubicBezTo>
                    <a:lnTo>
                      <a:pt x="621" y="294"/>
                    </a:lnTo>
                    <a:close/>
                    <a:moveTo>
                      <a:pt x="635" y="294"/>
                    </a:moveTo>
                    <a:cubicBezTo>
                      <a:pt x="627" y="294"/>
                      <a:pt x="627" y="294"/>
                      <a:pt x="627" y="294"/>
                    </a:cubicBezTo>
                    <a:cubicBezTo>
                      <a:pt x="627" y="298"/>
                      <a:pt x="627" y="298"/>
                      <a:pt x="627" y="298"/>
                    </a:cubicBezTo>
                    <a:cubicBezTo>
                      <a:pt x="635" y="298"/>
                      <a:pt x="635" y="298"/>
                      <a:pt x="635" y="298"/>
                    </a:cubicBezTo>
                    <a:lnTo>
                      <a:pt x="635" y="294"/>
                    </a:lnTo>
                    <a:close/>
                    <a:moveTo>
                      <a:pt x="649" y="294"/>
                    </a:moveTo>
                    <a:cubicBezTo>
                      <a:pt x="641" y="294"/>
                      <a:pt x="641" y="294"/>
                      <a:pt x="641" y="294"/>
                    </a:cubicBezTo>
                    <a:cubicBezTo>
                      <a:pt x="641" y="298"/>
                      <a:pt x="641" y="298"/>
                      <a:pt x="641" y="298"/>
                    </a:cubicBezTo>
                    <a:cubicBezTo>
                      <a:pt x="649" y="298"/>
                      <a:pt x="649" y="298"/>
                      <a:pt x="649" y="298"/>
                    </a:cubicBezTo>
                    <a:lnTo>
                      <a:pt x="649" y="294"/>
                    </a:lnTo>
                    <a:close/>
                    <a:moveTo>
                      <a:pt x="663" y="294"/>
                    </a:moveTo>
                    <a:cubicBezTo>
                      <a:pt x="655" y="294"/>
                      <a:pt x="655" y="294"/>
                      <a:pt x="655" y="294"/>
                    </a:cubicBezTo>
                    <a:cubicBezTo>
                      <a:pt x="655" y="298"/>
                      <a:pt x="655" y="298"/>
                      <a:pt x="655" y="298"/>
                    </a:cubicBezTo>
                    <a:cubicBezTo>
                      <a:pt x="663" y="298"/>
                      <a:pt x="663" y="298"/>
                      <a:pt x="663" y="298"/>
                    </a:cubicBezTo>
                    <a:lnTo>
                      <a:pt x="663" y="294"/>
                    </a:lnTo>
                    <a:close/>
                    <a:moveTo>
                      <a:pt x="677" y="294"/>
                    </a:moveTo>
                    <a:cubicBezTo>
                      <a:pt x="669" y="294"/>
                      <a:pt x="669" y="294"/>
                      <a:pt x="669" y="294"/>
                    </a:cubicBezTo>
                    <a:cubicBezTo>
                      <a:pt x="669" y="298"/>
                      <a:pt x="669" y="298"/>
                      <a:pt x="669" y="298"/>
                    </a:cubicBezTo>
                    <a:cubicBezTo>
                      <a:pt x="677" y="298"/>
                      <a:pt x="677" y="298"/>
                      <a:pt x="677" y="298"/>
                    </a:cubicBezTo>
                    <a:lnTo>
                      <a:pt x="677" y="294"/>
                    </a:lnTo>
                    <a:close/>
                    <a:moveTo>
                      <a:pt x="691" y="294"/>
                    </a:moveTo>
                    <a:cubicBezTo>
                      <a:pt x="683" y="294"/>
                      <a:pt x="683" y="294"/>
                      <a:pt x="683" y="294"/>
                    </a:cubicBezTo>
                    <a:cubicBezTo>
                      <a:pt x="683" y="298"/>
                      <a:pt x="683" y="298"/>
                      <a:pt x="683" y="298"/>
                    </a:cubicBezTo>
                    <a:cubicBezTo>
                      <a:pt x="691" y="298"/>
                      <a:pt x="691" y="298"/>
                      <a:pt x="691" y="298"/>
                    </a:cubicBezTo>
                    <a:lnTo>
                      <a:pt x="691" y="294"/>
                    </a:lnTo>
                    <a:close/>
                    <a:moveTo>
                      <a:pt x="705" y="294"/>
                    </a:moveTo>
                    <a:cubicBezTo>
                      <a:pt x="697" y="294"/>
                      <a:pt x="697" y="294"/>
                      <a:pt x="697" y="294"/>
                    </a:cubicBezTo>
                    <a:cubicBezTo>
                      <a:pt x="697" y="298"/>
                      <a:pt x="697" y="298"/>
                      <a:pt x="697" y="298"/>
                    </a:cubicBezTo>
                    <a:cubicBezTo>
                      <a:pt x="705" y="298"/>
                      <a:pt x="705" y="298"/>
                      <a:pt x="705" y="298"/>
                    </a:cubicBezTo>
                    <a:lnTo>
                      <a:pt x="705" y="294"/>
                    </a:lnTo>
                    <a:close/>
                    <a:moveTo>
                      <a:pt x="720" y="294"/>
                    </a:moveTo>
                    <a:cubicBezTo>
                      <a:pt x="711" y="294"/>
                      <a:pt x="711" y="294"/>
                      <a:pt x="711" y="294"/>
                    </a:cubicBezTo>
                    <a:cubicBezTo>
                      <a:pt x="711" y="298"/>
                      <a:pt x="711" y="298"/>
                      <a:pt x="711" y="298"/>
                    </a:cubicBezTo>
                    <a:cubicBezTo>
                      <a:pt x="720" y="298"/>
                      <a:pt x="720" y="298"/>
                      <a:pt x="720" y="298"/>
                    </a:cubicBezTo>
                    <a:lnTo>
                      <a:pt x="720" y="29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15" name="Rectangle 11">
                <a:extLst>
                  <a:ext uri="{FF2B5EF4-FFF2-40B4-BE49-F238E27FC236}">
                    <a16:creationId xmlns:a16="http://schemas.microsoft.com/office/drawing/2014/main" id="{C4B8DAF2-1192-41DE-B188-03C4423ECF7F}"/>
                  </a:ext>
                </a:extLst>
              </p:cNvPr>
              <p:cNvSpPr>
                <a:spLocks noChangeArrowheads="1"/>
              </p:cNvSpPr>
              <p:nvPr/>
            </p:nvSpPr>
            <p:spPr bwMode="auto">
              <a:xfrm>
                <a:off x="6616700" y="2290763"/>
                <a:ext cx="20638" cy="22225"/>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16" name="Freeform 12">
                <a:extLst>
                  <a:ext uri="{FF2B5EF4-FFF2-40B4-BE49-F238E27FC236}">
                    <a16:creationId xmlns:a16="http://schemas.microsoft.com/office/drawing/2014/main" id="{B680493C-4735-4DA7-BC61-5FD1F0A831D0}"/>
                  </a:ext>
                </a:extLst>
              </p:cNvPr>
              <p:cNvSpPr>
                <a:spLocks/>
              </p:cNvSpPr>
              <p:nvPr/>
            </p:nvSpPr>
            <p:spPr bwMode="auto">
              <a:xfrm>
                <a:off x="6616700" y="2290763"/>
                <a:ext cx="20638" cy="22225"/>
              </a:xfrm>
              <a:custGeom>
                <a:avLst/>
                <a:gdLst>
                  <a:gd name="T0" fmla="*/ 0 w 13"/>
                  <a:gd name="T1" fmla="*/ 14 h 14"/>
                  <a:gd name="T2" fmla="*/ 13 w 13"/>
                  <a:gd name="T3" fmla="*/ 14 h 14"/>
                  <a:gd name="T4" fmla="*/ 13 w 13"/>
                  <a:gd name="T5" fmla="*/ 0 h 14"/>
                  <a:gd name="T6" fmla="*/ 0 w 13"/>
                  <a:gd name="T7" fmla="*/ 0 h 14"/>
                </a:gdLst>
                <a:ahLst/>
                <a:cxnLst>
                  <a:cxn ang="0">
                    <a:pos x="T0" y="T1"/>
                  </a:cxn>
                  <a:cxn ang="0">
                    <a:pos x="T2" y="T3"/>
                  </a:cxn>
                  <a:cxn ang="0">
                    <a:pos x="T4" y="T5"/>
                  </a:cxn>
                  <a:cxn ang="0">
                    <a:pos x="T6" y="T7"/>
                  </a:cxn>
                </a:cxnLst>
                <a:rect l="0" t="0" r="r" b="b"/>
                <a:pathLst>
                  <a:path w="13" h="14">
                    <a:moveTo>
                      <a:pt x="0" y="14"/>
                    </a:moveTo>
                    <a:lnTo>
                      <a:pt x="13" y="14"/>
                    </a:lnTo>
                    <a:lnTo>
                      <a:pt x="13" y="0"/>
                    </a:lnTo>
                    <a:lnTo>
                      <a:pt x="0" y="0"/>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grpSp>
        <p:sp>
          <p:nvSpPr>
            <p:cNvPr id="10" name="Rectangle 9">
              <a:extLst>
                <a:ext uri="{FF2B5EF4-FFF2-40B4-BE49-F238E27FC236}">
                  <a16:creationId xmlns:a16="http://schemas.microsoft.com/office/drawing/2014/main" id="{82817C43-6ED8-435C-AA78-040488A3FEA9}"/>
                </a:ext>
              </a:extLst>
            </p:cNvPr>
            <p:cNvSpPr/>
            <p:nvPr/>
          </p:nvSpPr>
          <p:spPr>
            <a:xfrm>
              <a:off x="3251452" y="2682815"/>
              <a:ext cx="2101167" cy="800219"/>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100" b="0" i="0" u="none" strike="noStrike" kern="0" cap="none" spc="200" normalizeH="0" baseline="0" noProof="0" dirty="0">
                  <a:ln>
                    <a:noFill/>
                  </a:ln>
                  <a:solidFill>
                    <a:srgbClr val="FFFFFF"/>
                  </a:solidFill>
                  <a:effectLst/>
                  <a:uLnTx/>
                  <a:uFillTx/>
                  <a:latin typeface="Futura Std Medium" panose="020B0502020204020303" pitchFamily="34" charset="0"/>
                  <a:ea typeface="Open Sans Extrabold" panose="020B0906030804020204" pitchFamily="34" charset="0"/>
                  <a:cs typeface="Open Sans Extrabold" panose="020B0906030804020204" pitchFamily="34" charset="0"/>
                </a:rPr>
                <a:t>ASANTE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500" b="0" i="0" u="none" strike="noStrike" kern="0" cap="none" spc="200" normalizeH="0" baseline="0" noProof="0" dirty="0">
                  <a:ln>
                    <a:noFill/>
                  </a:ln>
                  <a:solidFill>
                    <a:srgbClr val="FFFFFF"/>
                  </a:solidFill>
                  <a:effectLst/>
                  <a:uLnTx/>
                  <a:uFillTx/>
                  <a:latin typeface="Futura Std Medium" panose="020B0502020204020303" pitchFamily="34" charset="0"/>
                  <a:ea typeface="Open Sans Semibold" panose="020B0706030804020204" pitchFamily="34" charset="0"/>
                  <a:cs typeface="Open Sans Semibold" panose="020B0706030804020204" pitchFamily="34" charset="0"/>
                </a:rPr>
                <a:t> SANA</a:t>
              </a:r>
            </a:p>
          </p:txBody>
        </p:sp>
        <p:sp>
          <p:nvSpPr>
            <p:cNvPr id="11" name="Rectangle 10">
              <a:extLst>
                <a:ext uri="{FF2B5EF4-FFF2-40B4-BE49-F238E27FC236}">
                  <a16:creationId xmlns:a16="http://schemas.microsoft.com/office/drawing/2014/main" id="{1BC6E7B3-86EA-4425-AFED-2A15253CE6F1}"/>
                </a:ext>
              </a:extLst>
            </p:cNvPr>
            <p:cNvSpPr/>
            <p:nvPr/>
          </p:nvSpPr>
          <p:spPr>
            <a:xfrm>
              <a:off x="6488505" y="2720317"/>
              <a:ext cx="2450582" cy="477054"/>
            </a:xfrm>
            <a:prstGeom prst="rect">
              <a:avLst/>
            </a:prstGeom>
          </p:spPr>
          <p:txBody>
            <a:bodyPr wrap="square">
              <a:spAutoFit/>
            </a:bodyPr>
            <a:lstStyle/>
            <a:p>
              <a:pPr marL="0" marR="0" lvl="0" indent="0" algn="ctr" defTabSz="914400" eaLnBrk="1" fontAlgn="auto" latinLnBrk="0" hangingPunct="1">
                <a:lnSpc>
                  <a:spcPts val="3000"/>
                </a:lnSpc>
                <a:spcBef>
                  <a:spcPts val="0"/>
                </a:spcBef>
                <a:spcAft>
                  <a:spcPts val="0"/>
                </a:spcAft>
                <a:buClrTx/>
                <a:buSzTx/>
                <a:buFontTx/>
                <a:buNone/>
                <a:tabLst/>
                <a:defRPr/>
              </a:pPr>
              <a:r>
                <a:rPr kumimoji="0" lang="en-US" sz="3000" b="0" i="0" u="none" strike="noStrike" kern="0" cap="none" spc="0" normalizeH="0" baseline="0" noProof="0" dirty="0">
                  <a:ln>
                    <a:noFill/>
                  </a:ln>
                  <a:solidFill>
                    <a:srgbClr val="009E72">
                      <a:lumMod val="75000"/>
                    </a:srgbClr>
                  </a:solidFill>
                  <a:effectLst/>
                  <a:uLnTx/>
                  <a:uFillTx/>
                  <a:latin typeface="Futura Std Medium" panose="020B0502020204020303" pitchFamily="34" charset="0"/>
                  <a:ea typeface="Open Sans Extrabold" panose="020B0906030804020204" pitchFamily="34" charset="0"/>
                  <a:cs typeface="Open Sans Extrabold" panose="020B0906030804020204" pitchFamily="34" charset="0"/>
                </a:rPr>
                <a:t>Awa’ di </a:t>
              </a:r>
              <a:r>
                <a:rPr kumimoji="0" lang="en-US" sz="3000" b="0" i="0" u="none" strike="noStrike" kern="0" cap="none" spc="0" normalizeH="0" baseline="0" noProof="0" dirty="0" err="1">
                  <a:ln>
                    <a:noFill/>
                  </a:ln>
                  <a:solidFill>
                    <a:srgbClr val="009E72">
                      <a:lumMod val="75000"/>
                    </a:srgbClr>
                  </a:solidFill>
                  <a:effectLst/>
                  <a:uLnTx/>
                  <a:uFillTx/>
                  <a:latin typeface="Futura Std Medium" panose="020B0502020204020303" pitchFamily="34" charset="0"/>
                  <a:ea typeface="Open Sans Extrabold" panose="020B0906030804020204" pitchFamily="34" charset="0"/>
                  <a:cs typeface="Open Sans Extrabold" panose="020B0906030804020204" pitchFamily="34" charset="0"/>
                </a:rPr>
                <a:t>fo</a:t>
              </a:r>
              <a:endParaRPr kumimoji="0" lang="en-US" sz="3000" b="0" i="0" u="none" strike="noStrike" kern="0" cap="none" spc="0" normalizeH="0" baseline="0" noProof="0" dirty="0">
                <a:ln>
                  <a:noFill/>
                </a:ln>
                <a:solidFill>
                  <a:srgbClr val="009E72">
                    <a:lumMod val="75000"/>
                  </a:srgbClr>
                </a:solidFill>
                <a:effectLst/>
                <a:uLnTx/>
                <a:uFillTx/>
                <a:latin typeface="Futura Std Medium" panose="020B0502020204020303" pitchFamily="34" charset="0"/>
                <a:ea typeface="Open Sans Extrabold" panose="020B0906030804020204" pitchFamily="34" charset="0"/>
                <a:cs typeface="Open Sans Extrabold" panose="020B0906030804020204" pitchFamily="34" charset="0"/>
              </a:endParaRPr>
            </a:p>
          </p:txBody>
        </p:sp>
      </p:grpSp>
    </p:spTree>
    <p:extLst>
      <p:ext uri="{BB962C8B-B14F-4D97-AF65-F5344CB8AC3E}">
        <p14:creationId xmlns:p14="http://schemas.microsoft.com/office/powerpoint/2010/main" val="581413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2219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5BCAD085-E8A6-8845-BD4E-CB4CCA059FC4}" type="datetimeFigureOut">
              <a:rPr lang="en-US" smtClean="0"/>
              <a:t>5/21/2026</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3601536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5209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83934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06D49C9-E4C9-4C44-ACBA-6EAFFCCD9E28}"/>
              </a:ext>
            </a:extLst>
          </p:cNvPr>
          <p:cNvGrpSpPr/>
          <p:nvPr userDrawn="1"/>
        </p:nvGrpSpPr>
        <p:grpSpPr>
          <a:xfrm>
            <a:off x="246323" y="5724544"/>
            <a:ext cx="11804650" cy="941695"/>
            <a:chOff x="246323" y="5736576"/>
            <a:chExt cx="11804650" cy="941695"/>
          </a:xfrm>
        </p:grpSpPr>
        <p:pic>
          <p:nvPicPr>
            <p:cNvPr id="8" name="Picture 7">
              <a:extLst>
                <a:ext uri="{FF2B5EF4-FFF2-40B4-BE49-F238E27FC236}">
                  <a16:creationId xmlns:a16="http://schemas.microsoft.com/office/drawing/2014/main" id="{2439A7DB-477D-4FCA-8E6F-0C4F98E318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323" y="5970356"/>
              <a:ext cx="1649048" cy="648806"/>
            </a:xfrm>
            <a:prstGeom prst="rect">
              <a:avLst/>
            </a:prstGeom>
          </p:spPr>
        </p:pic>
        <p:pic>
          <p:nvPicPr>
            <p:cNvPr id="10" name="Picture 9">
              <a:extLst>
                <a:ext uri="{FF2B5EF4-FFF2-40B4-BE49-F238E27FC236}">
                  <a16:creationId xmlns:a16="http://schemas.microsoft.com/office/drawing/2014/main" id="{D43693D0-8C85-4BBF-A151-55883578D9F6}"/>
                </a:ext>
              </a:extLst>
            </p:cNvPr>
            <p:cNvPicPr>
              <a:picLocks noChangeAspect="1"/>
            </p:cNvPicPr>
            <p:nvPr userDrawn="1"/>
          </p:nvPicPr>
          <p:blipFill>
            <a:blip r:embed="rId3"/>
            <a:stretch>
              <a:fillRect/>
            </a:stretch>
          </p:blipFill>
          <p:spPr>
            <a:xfrm>
              <a:off x="11109278" y="5736576"/>
              <a:ext cx="941695" cy="941695"/>
            </a:xfrm>
            <a:prstGeom prst="rect">
              <a:avLst/>
            </a:prstGeom>
          </p:spPr>
        </p:pic>
        <p:cxnSp>
          <p:nvCxnSpPr>
            <p:cNvPr id="12" name="Straight Connector 11">
              <a:extLst>
                <a:ext uri="{FF2B5EF4-FFF2-40B4-BE49-F238E27FC236}">
                  <a16:creationId xmlns:a16="http://schemas.microsoft.com/office/drawing/2014/main" id="{443D8AAB-D58B-402B-B6C5-04EDC4903BF3}"/>
                </a:ext>
              </a:extLst>
            </p:cNvPr>
            <p:cNvCxnSpPr>
              <a:cxnSpLocks/>
            </p:cNvCxnSpPr>
            <p:nvPr userDrawn="1"/>
          </p:nvCxnSpPr>
          <p:spPr>
            <a:xfrm>
              <a:off x="2129051" y="6425791"/>
              <a:ext cx="9007523" cy="1"/>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921596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7AF147B-133A-41E4-81F4-DE1F817C237E}"/>
              </a:ext>
            </a:extLst>
          </p:cNvPr>
          <p:cNvGrpSpPr/>
          <p:nvPr userDrawn="1"/>
        </p:nvGrpSpPr>
        <p:grpSpPr>
          <a:xfrm>
            <a:off x="246323" y="5736576"/>
            <a:ext cx="11804650" cy="941695"/>
            <a:chOff x="246323" y="5736576"/>
            <a:chExt cx="11804650" cy="941695"/>
          </a:xfrm>
        </p:grpSpPr>
        <p:pic>
          <p:nvPicPr>
            <p:cNvPr id="7" name="Picture 6">
              <a:extLst>
                <a:ext uri="{FF2B5EF4-FFF2-40B4-BE49-F238E27FC236}">
                  <a16:creationId xmlns:a16="http://schemas.microsoft.com/office/drawing/2014/main" id="{AB043EC8-DDC2-4CDC-859D-4FB9535BA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323" y="5970356"/>
              <a:ext cx="1649048" cy="648806"/>
            </a:xfrm>
            <a:prstGeom prst="rect">
              <a:avLst/>
            </a:prstGeom>
          </p:spPr>
        </p:pic>
        <p:pic>
          <p:nvPicPr>
            <p:cNvPr id="8" name="Picture 7">
              <a:extLst>
                <a:ext uri="{FF2B5EF4-FFF2-40B4-BE49-F238E27FC236}">
                  <a16:creationId xmlns:a16="http://schemas.microsoft.com/office/drawing/2014/main" id="{A6CFB127-BF13-4993-A166-6DADC3FCB19F}"/>
                </a:ext>
              </a:extLst>
            </p:cNvPr>
            <p:cNvPicPr>
              <a:picLocks noChangeAspect="1"/>
            </p:cNvPicPr>
            <p:nvPr userDrawn="1"/>
          </p:nvPicPr>
          <p:blipFill>
            <a:blip r:embed="rId3"/>
            <a:stretch>
              <a:fillRect/>
            </a:stretch>
          </p:blipFill>
          <p:spPr>
            <a:xfrm>
              <a:off x="11109278" y="5736576"/>
              <a:ext cx="941695" cy="941695"/>
            </a:xfrm>
            <a:prstGeom prst="rect">
              <a:avLst/>
            </a:prstGeom>
          </p:spPr>
        </p:pic>
        <p:cxnSp>
          <p:nvCxnSpPr>
            <p:cNvPr id="9" name="Straight Connector 8">
              <a:extLst>
                <a:ext uri="{FF2B5EF4-FFF2-40B4-BE49-F238E27FC236}">
                  <a16:creationId xmlns:a16="http://schemas.microsoft.com/office/drawing/2014/main" id="{68E5C8C9-349D-4AF9-A470-EB8063051F1B}"/>
                </a:ext>
              </a:extLst>
            </p:cNvPr>
            <p:cNvCxnSpPr>
              <a:cxnSpLocks/>
            </p:cNvCxnSpPr>
            <p:nvPr userDrawn="1"/>
          </p:nvCxnSpPr>
          <p:spPr>
            <a:xfrm>
              <a:off x="2129051" y="6425791"/>
              <a:ext cx="9007523" cy="1"/>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32941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grpSp>
        <p:nvGrpSpPr>
          <p:cNvPr id="7" name="Group 6">
            <a:extLst>
              <a:ext uri="{FF2B5EF4-FFF2-40B4-BE49-F238E27FC236}">
                <a16:creationId xmlns:a16="http://schemas.microsoft.com/office/drawing/2014/main" id="{B1863F7D-FBB0-4480-BF55-EBA9527AD323}"/>
              </a:ext>
            </a:extLst>
          </p:cNvPr>
          <p:cNvGrpSpPr/>
          <p:nvPr userDrawn="1"/>
        </p:nvGrpSpPr>
        <p:grpSpPr>
          <a:xfrm>
            <a:off x="246323" y="5736576"/>
            <a:ext cx="11804650" cy="941695"/>
            <a:chOff x="246323" y="5736576"/>
            <a:chExt cx="11804650" cy="941695"/>
          </a:xfrm>
        </p:grpSpPr>
        <p:pic>
          <p:nvPicPr>
            <p:cNvPr id="8" name="Picture 7">
              <a:extLst>
                <a:ext uri="{FF2B5EF4-FFF2-40B4-BE49-F238E27FC236}">
                  <a16:creationId xmlns:a16="http://schemas.microsoft.com/office/drawing/2014/main" id="{54DE55E5-A44F-4C2E-B586-A7539236DC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323" y="5970356"/>
              <a:ext cx="1649048" cy="648806"/>
            </a:xfrm>
            <a:prstGeom prst="rect">
              <a:avLst/>
            </a:prstGeom>
          </p:spPr>
        </p:pic>
        <p:pic>
          <p:nvPicPr>
            <p:cNvPr id="9" name="Picture 8">
              <a:extLst>
                <a:ext uri="{FF2B5EF4-FFF2-40B4-BE49-F238E27FC236}">
                  <a16:creationId xmlns:a16="http://schemas.microsoft.com/office/drawing/2014/main" id="{9F301743-021F-4194-879D-12DA15ED2869}"/>
                </a:ext>
              </a:extLst>
            </p:cNvPr>
            <p:cNvPicPr>
              <a:picLocks noChangeAspect="1"/>
            </p:cNvPicPr>
            <p:nvPr userDrawn="1"/>
          </p:nvPicPr>
          <p:blipFill>
            <a:blip r:embed="rId3"/>
            <a:stretch>
              <a:fillRect/>
            </a:stretch>
          </p:blipFill>
          <p:spPr>
            <a:xfrm>
              <a:off x="11109278" y="5736576"/>
              <a:ext cx="941695" cy="941695"/>
            </a:xfrm>
            <a:prstGeom prst="rect">
              <a:avLst/>
            </a:prstGeom>
          </p:spPr>
        </p:pic>
        <p:cxnSp>
          <p:nvCxnSpPr>
            <p:cNvPr id="10" name="Straight Connector 9">
              <a:extLst>
                <a:ext uri="{FF2B5EF4-FFF2-40B4-BE49-F238E27FC236}">
                  <a16:creationId xmlns:a16="http://schemas.microsoft.com/office/drawing/2014/main" id="{0E3E9BAB-6345-45C0-A6FC-90A89B1A0D5B}"/>
                </a:ext>
              </a:extLst>
            </p:cNvPr>
            <p:cNvCxnSpPr>
              <a:cxnSpLocks/>
            </p:cNvCxnSpPr>
            <p:nvPr userDrawn="1"/>
          </p:nvCxnSpPr>
          <p:spPr>
            <a:xfrm>
              <a:off x="2129051" y="6425791"/>
              <a:ext cx="9007523" cy="1"/>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14314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2E736DA-8576-4635-BD75-2077BA44DFFA}"/>
              </a:ext>
            </a:extLst>
          </p:cNvPr>
          <p:cNvGrpSpPr/>
          <p:nvPr userDrawn="1"/>
        </p:nvGrpSpPr>
        <p:grpSpPr>
          <a:xfrm>
            <a:off x="246323" y="5736576"/>
            <a:ext cx="11804650" cy="941695"/>
            <a:chOff x="246323" y="5736576"/>
            <a:chExt cx="11804650" cy="941695"/>
          </a:xfrm>
        </p:grpSpPr>
        <p:pic>
          <p:nvPicPr>
            <p:cNvPr id="8" name="Picture 7">
              <a:extLst>
                <a:ext uri="{FF2B5EF4-FFF2-40B4-BE49-F238E27FC236}">
                  <a16:creationId xmlns:a16="http://schemas.microsoft.com/office/drawing/2014/main" id="{F45C092A-38EE-4D93-8BD0-1CBE60EE44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323" y="5970356"/>
              <a:ext cx="1649048" cy="648806"/>
            </a:xfrm>
            <a:prstGeom prst="rect">
              <a:avLst/>
            </a:prstGeom>
          </p:spPr>
        </p:pic>
        <p:pic>
          <p:nvPicPr>
            <p:cNvPr id="9" name="Picture 8">
              <a:extLst>
                <a:ext uri="{FF2B5EF4-FFF2-40B4-BE49-F238E27FC236}">
                  <a16:creationId xmlns:a16="http://schemas.microsoft.com/office/drawing/2014/main" id="{C5A03BF0-2FB5-4ED1-AD95-60E5F1DD81EB}"/>
                </a:ext>
              </a:extLst>
            </p:cNvPr>
            <p:cNvPicPr>
              <a:picLocks noChangeAspect="1"/>
            </p:cNvPicPr>
            <p:nvPr userDrawn="1"/>
          </p:nvPicPr>
          <p:blipFill>
            <a:blip r:embed="rId3"/>
            <a:stretch>
              <a:fillRect/>
            </a:stretch>
          </p:blipFill>
          <p:spPr>
            <a:xfrm>
              <a:off x="11109278" y="5736576"/>
              <a:ext cx="941695" cy="941695"/>
            </a:xfrm>
            <a:prstGeom prst="rect">
              <a:avLst/>
            </a:prstGeom>
          </p:spPr>
        </p:pic>
        <p:cxnSp>
          <p:nvCxnSpPr>
            <p:cNvPr id="10" name="Straight Connector 9">
              <a:extLst>
                <a:ext uri="{FF2B5EF4-FFF2-40B4-BE49-F238E27FC236}">
                  <a16:creationId xmlns:a16="http://schemas.microsoft.com/office/drawing/2014/main" id="{622572E0-C071-4BBA-92E3-E442F6F4E0D4}"/>
                </a:ext>
              </a:extLst>
            </p:cNvPr>
            <p:cNvCxnSpPr>
              <a:cxnSpLocks/>
            </p:cNvCxnSpPr>
            <p:nvPr userDrawn="1"/>
          </p:nvCxnSpPr>
          <p:spPr>
            <a:xfrm>
              <a:off x="2129051" y="6425791"/>
              <a:ext cx="9007523" cy="1"/>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60648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30889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7471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91958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77834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94677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00361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5" name="Rectangle 4">
            <a:extLst>
              <a:ext uri="{FF2B5EF4-FFF2-40B4-BE49-F238E27FC236}">
                <a16:creationId xmlns:a16="http://schemas.microsoft.com/office/drawing/2014/main" id="{28125256-5732-4FA8-B28A-DD9D85D4162A}"/>
              </a:ext>
            </a:extLst>
          </p:cNvPr>
          <p:cNvSpPr/>
          <p:nvPr userDrawn="1"/>
        </p:nvSpPr>
        <p:spPr>
          <a:xfrm>
            <a:off x="-9524" y="0"/>
            <a:ext cx="12201524" cy="6858000"/>
          </a:xfrm>
          <a:prstGeom prst="rect">
            <a:avLst/>
          </a:prstGeom>
          <a:solidFill>
            <a:srgbClr val="00974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Futura Std Medium" panose="020B0502020204020303" pitchFamily="34" charset="0"/>
              <a:ea typeface="+mn-ea"/>
              <a:cs typeface="+mn-cs"/>
            </a:endParaRPr>
          </a:p>
        </p:txBody>
      </p:sp>
      <p:grpSp>
        <p:nvGrpSpPr>
          <p:cNvPr id="6" name="Group 5">
            <a:extLst>
              <a:ext uri="{FF2B5EF4-FFF2-40B4-BE49-F238E27FC236}">
                <a16:creationId xmlns:a16="http://schemas.microsoft.com/office/drawing/2014/main" id="{7F54A5F8-D77D-402B-A06E-23EDF4E0D014}"/>
              </a:ext>
            </a:extLst>
          </p:cNvPr>
          <p:cNvGrpSpPr/>
          <p:nvPr userDrawn="1"/>
        </p:nvGrpSpPr>
        <p:grpSpPr>
          <a:xfrm>
            <a:off x="2316163" y="1911350"/>
            <a:ext cx="7858125" cy="3035300"/>
            <a:chOff x="2316163" y="2052638"/>
            <a:chExt cx="7858125" cy="3035300"/>
          </a:xfrm>
        </p:grpSpPr>
        <p:sp>
          <p:nvSpPr>
            <p:cNvPr id="7" name="Freeform 5">
              <a:extLst>
                <a:ext uri="{FF2B5EF4-FFF2-40B4-BE49-F238E27FC236}">
                  <a16:creationId xmlns:a16="http://schemas.microsoft.com/office/drawing/2014/main" id="{19D18324-9BAF-4249-BC2D-7EE67EF7F34B}"/>
                </a:ext>
              </a:extLst>
            </p:cNvPr>
            <p:cNvSpPr>
              <a:spLocks/>
            </p:cNvSpPr>
            <p:nvPr/>
          </p:nvSpPr>
          <p:spPr bwMode="auto">
            <a:xfrm>
              <a:off x="6711950" y="2403475"/>
              <a:ext cx="3462338" cy="2684463"/>
            </a:xfrm>
            <a:custGeom>
              <a:avLst/>
              <a:gdLst>
                <a:gd name="T0" fmla="*/ 112 w 652"/>
                <a:gd name="T1" fmla="*/ 157 h 505"/>
                <a:gd name="T2" fmla="*/ 493 w 652"/>
                <a:gd name="T3" fmla="*/ 90 h 505"/>
                <a:gd name="T4" fmla="*/ 355 w 652"/>
                <a:gd name="T5" fmla="*/ 428 h 505"/>
                <a:gd name="T6" fmla="*/ 112 w 652"/>
                <a:gd name="T7" fmla="*/ 157 h 505"/>
              </a:gdLst>
              <a:ahLst/>
              <a:cxnLst>
                <a:cxn ang="0">
                  <a:pos x="T0" y="T1"/>
                </a:cxn>
                <a:cxn ang="0">
                  <a:pos x="T2" y="T3"/>
                </a:cxn>
                <a:cxn ang="0">
                  <a:pos x="T4" y="T5"/>
                </a:cxn>
                <a:cxn ang="0">
                  <a:pos x="T6" y="T7"/>
                </a:cxn>
              </a:cxnLst>
              <a:rect l="0" t="0" r="r" b="b"/>
              <a:pathLst>
                <a:path w="652" h="505">
                  <a:moveTo>
                    <a:pt x="112" y="157"/>
                  </a:moveTo>
                  <a:cubicBezTo>
                    <a:pt x="191" y="0"/>
                    <a:pt x="342" y="21"/>
                    <a:pt x="493" y="90"/>
                  </a:cubicBezTo>
                  <a:cubicBezTo>
                    <a:pt x="645" y="159"/>
                    <a:pt x="652" y="352"/>
                    <a:pt x="355" y="428"/>
                  </a:cubicBezTo>
                  <a:cubicBezTo>
                    <a:pt x="58" y="505"/>
                    <a:pt x="0" y="391"/>
                    <a:pt x="112" y="157"/>
                  </a:cubicBezTo>
                </a:path>
              </a:pathLst>
            </a:custGeom>
            <a:solidFill>
              <a:srgbClr val="009E72">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8" name="Freeform: Shape 7">
              <a:extLst>
                <a:ext uri="{FF2B5EF4-FFF2-40B4-BE49-F238E27FC236}">
                  <a16:creationId xmlns:a16="http://schemas.microsoft.com/office/drawing/2014/main" id="{ED09099E-745D-4190-AEDF-3690FF593028}"/>
                </a:ext>
              </a:extLst>
            </p:cNvPr>
            <p:cNvSpPr>
              <a:spLocks/>
            </p:cNvSpPr>
            <p:nvPr/>
          </p:nvSpPr>
          <p:spPr bwMode="auto">
            <a:xfrm>
              <a:off x="6287908" y="2052638"/>
              <a:ext cx="2851777" cy="2200275"/>
            </a:xfrm>
            <a:custGeom>
              <a:avLst/>
              <a:gdLst>
                <a:gd name="connsiteX0" fmla="*/ 1262382 w 2851777"/>
                <a:gd name="connsiteY0" fmla="*/ 0 h 2200275"/>
                <a:gd name="connsiteX1" fmla="*/ 2308377 w 2851777"/>
                <a:gd name="connsiteY1" fmla="*/ 276363 h 2200275"/>
                <a:gd name="connsiteX2" fmla="*/ 2786243 w 2851777"/>
                <a:gd name="connsiteY2" fmla="*/ 722796 h 2200275"/>
                <a:gd name="connsiteX3" fmla="*/ 2786150 w 2851777"/>
                <a:gd name="connsiteY3" fmla="*/ 722763 h 2200275"/>
                <a:gd name="connsiteX4" fmla="*/ 2820705 w 2851777"/>
                <a:gd name="connsiteY4" fmla="*/ 809833 h 2200275"/>
                <a:gd name="connsiteX5" fmla="*/ 1570328 w 2851777"/>
                <a:gd name="connsiteY5" fmla="*/ 2072702 h 2200275"/>
                <a:gd name="connsiteX6" fmla="*/ 747450 w 2851777"/>
                <a:gd name="connsiteY6" fmla="*/ 2200275 h 2200275"/>
                <a:gd name="connsiteX7" fmla="*/ 736832 w 2851777"/>
                <a:gd name="connsiteY7" fmla="*/ 2200275 h 2200275"/>
                <a:gd name="connsiteX8" fmla="*/ 889131 w 2851777"/>
                <a:gd name="connsiteY8" fmla="*/ 1481927 h 2200275"/>
                <a:gd name="connsiteX9" fmla="*/ 985662 w 2851777"/>
                <a:gd name="connsiteY9" fmla="*/ 1259861 h 2200275"/>
                <a:gd name="connsiteX10" fmla="*/ 889049 w 2851777"/>
                <a:gd name="connsiteY10" fmla="*/ 1482047 h 2200275"/>
                <a:gd name="connsiteX11" fmla="*/ 736729 w 2851777"/>
                <a:gd name="connsiteY11" fmla="*/ 2200275 h 2200275"/>
                <a:gd name="connsiteX12" fmla="*/ 285411 w 2851777"/>
                <a:gd name="connsiteY12" fmla="*/ 632446 h 2200275"/>
                <a:gd name="connsiteX13" fmla="*/ 1262382 w 2851777"/>
                <a:gd name="connsiteY13"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1777" h="2200275">
                  <a:moveTo>
                    <a:pt x="1262382" y="0"/>
                  </a:moveTo>
                  <a:cubicBezTo>
                    <a:pt x="1586269" y="0"/>
                    <a:pt x="1947323" y="111608"/>
                    <a:pt x="2308377" y="276363"/>
                  </a:cubicBezTo>
                  <a:cubicBezTo>
                    <a:pt x="2536691" y="382656"/>
                    <a:pt x="2701289" y="536782"/>
                    <a:pt x="2786243" y="722796"/>
                  </a:cubicBezTo>
                  <a:lnTo>
                    <a:pt x="2786150" y="722763"/>
                  </a:lnTo>
                  <a:lnTo>
                    <a:pt x="2820705" y="809833"/>
                  </a:lnTo>
                  <a:cubicBezTo>
                    <a:pt x="2962669" y="1253565"/>
                    <a:pt x="2630448" y="1798618"/>
                    <a:pt x="1570328" y="2072702"/>
                  </a:cubicBezTo>
                  <a:cubicBezTo>
                    <a:pt x="1241177" y="2157751"/>
                    <a:pt x="970423" y="2200275"/>
                    <a:pt x="747450" y="2200275"/>
                  </a:cubicBezTo>
                  <a:cubicBezTo>
                    <a:pt x="742141" y="2200275"/>
                    <a:pt x="742141" y="2200275"/>
                    <a:pt x="736832" y="2200275"/>
                  </a:cubicBezTo>
                  <a:cubicBezTo>
                    <a:pt x="724887" y="2004928"/>
                    <a:pt x="778639" y="1764731"/>
                    <a:pt x="889131" y="1481927"/>
                  </a:cubicBezTo>
                  <a:lnTo>
                    <a:pt x="985662" y="1259861"/>
                  </a:lnTo>
                  <a:lnTo>
                    <a:pt x="889049" y="1482047"/>
                  </a:lnTo>
                  <a:cubicBezTo>
                    <a:pt x="778543" y="1764804"/>
                    <a:pt x="724783" y="2004961"/>
                    <a:pt x="736729" y="2200275"/>
                  </a:cubicBezTo>
                  <a:cubicBezTo>
                    <a:pt x="-96882" y="2194960"/>
                    <a:pt x="-187145" y="1610346"/>
                    <a:pt x="285411" y="632446"/>
                  </a:cubicBezTo>
                  <a:cubicBezTo>
                    <a:pt x="513725" y="170069"/>
                    <a:pt x="864160" y="0"/>
                    <a:pt x="1262382" y="0"/>
                  </a:cubicBezTo>
                  <a:close/>
                </a:path>
              </a:pathLst>
            </a:custGeom>
            <a:solidFill>
              <a:srgbClr val="FFFFFF">
                <a:alpha val="60000"/>
              </a:srgbClr>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grpSp>
          <p:nvGrpSpPr>
            <p:cNvPr id="9" name="Group 8">
              <a:extLst>
                <a:ext uri="{FF2B5EF4-FFF2-40B4-BE49-F238E27FC236}">
                  <a16:creationId xmlns:a16="http://schemas.microsoft.com/office/drawing/2014/main" id="{CDD1E836-B145-4309-9BB7-6030D45F315A}"/>
                </a:ext>
              </a:extLst>
            </p:cNvPr>
            <p:cNvGrpSpPr/>
            <p:nvPr/>
          </p:nvGrpSpPr>
          <p:grpSpPr>
            <a:xfrm>
              <a:off x="2316163" y="2290763"/>
              <a:ext cx="4321175" cy="1584325"/>
              <a:chOff x="2316163" y="2290763"/>
              <a:chExt cx="4321175" cy="1584325"/>
            </a:xfrm>
          </p:grpSpPr>
          <p:sp>
            <p:nvSpPr>
              <p:cNvPr id="12" name="Rectangle 8">
                <a:extLst>
                  <a:ext uri="{FF2B5EF4-FFF2-40B4-BE49-F238E27FC236}">
                    <a16:creationId xmlns:a16="http://schemas.microsoft.com/office/drawing/2014/main" id="{368CEA80-0716-4E86-BA2B-CFEA83A4D5C5}"/>
                  </a:ext>
                </a:extLst>
              </p:cNvPr>
              <p:cNvSpPr>
                <a:spLocks noChangeArrowheads="1"/>
              </p:cNvSpPr>
              <p:nvPr/>
            </p:nvSpPr>
            <p:spPr bwMode="auto">
              <a:xfrm>
                <a:off x="6170613" y="3854450"/>
                <a:ext cx="20638" cy="20638"/>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13" name="Freeform 9">
                <a:extLst>
                  <a:ext uri="{FF2B5EF4-FFF2-40B4-BE49-F238E27FC236}">
                    <a16:creationId xmlns:a16="http://schemas.microsoft.com/office/drawing/2014/main" id="{01F53052-A219-4D48-9456-BA76675A6C91}"/>
                  </a:ext>
                </a:extLst>
              </p:cNvPr>
              <p:cNvSpPr>
                <a:spLocks/>
              </p:cNvSpPr>
              <p:nvPr/>
            </p:nvSpPr>
            <p:spPr bwMode="auto">
              <a:xfrm>
                <a:off x="6170613" y="3854450"/>
                <a:ext cx="20638" cy="20638"/>
              </a:xfrm>
              <a:custGeom>
                <a:avLst/>
                <a:gdLst>
                  <a:gd name="T0" fmla="*/ 13 w 13"/>
                  <a:gd name="T1" fmla="*/ 0 h 13"/>
                  <a:gd name="T2" fmla="*/ 0 w 13"/>
                  <a:gd name="T3" fmla="*/ 0 h 13"/>
                  <a:gd name="T4" fmla="*/ 0 w 13"/>
                  <a:gd name="T5" fmla="*/ 13 h 13"/>
                  <a:gd name="T6" fmla="*/ 13 w 13"/>
                  <a:gd name="T7" fmla="*/ 13 h 13"/>
                </a:gdLst>
                <a:ahLst/>
                <a:cxnLst>
                  <a:cxn ang="0">
                    <a:pos x="T0" y="T1"/>
                  </a:cxn>
                  <a:cxn ang="0">
                    <a:pos x="T2" y="T3"/>
                  </a:cxn>
                  <a:cxn ang="0">
                    <a:pos x="T4" y="T5"/>
                  </a:cxn>
                  <a:cxn ang="0">
                    <a:pos x="T6" y="T7"/>
                  </a:cxn>
                </a:cxnLst>
                <a:rect l="0" t="0" r="r" b="b"/>
                <a:pathLst>
                  <a:path w="13" h="13">
                    <a:moveTo>
                      <a:pt x="13" y="0"/>
                    </a:moveTo>
                    <a:lnTo>
                      <a:pt x="0" y="0"/>
                    </a:lnTo>
                    <a:lnTo>
                      <a:pt x="0" y="13"/>
                    </a:lnTo>
                    <a:lnTo>
                      <a:pt x="13" y="13"/>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14" name="Freeform 10">
                <a:extLst>
                  <a:ext uri="{FF2B5EF4-FFF2-40B4-BE49-F238E27FC236}">
                    <a16:creationId xmlns:a16="http://schemas.microsoft.com/office/drawing/2014/main" id="{3A1D76B3-613A-4B25-BF37-DE3B7232A3E9}"/>
                  </a:ext>
                </a:extLst>
              </p:cNvPr>
              <p:cNvSpPr>
                <a:spLocks noEditPoints="1"/>
              </p:cNvSpPr>
              <p:nvPr/>
            </p:nvSpPr>
            <p:spPr bwMode="auto">
              <a:xfrm>
                <a:off x="2316163" y="2290763"/>
                <a:ext cx="4262438" cy="1584325"/>
              </a:xfrm>
              <a:custGeom>
                <a:avLst/>
                <a:gdLst>
                  <a:gd name="T0" fmla="*/ 781 w 803"/>
                  <a:gd name="T1" fmla="*/ 4 h 298"/>
                  <a:gd name="T2" fmla="*/ 753 w 803"/>
                  <a:gd name="T3" fmla="*/ 4 h 298"/>
                  <a:gd name="T4" fmla="*/ 725 w 803"/>
                  <a:gd name="T5" fmla="*/ 4 h 298"/>
                  <a:gd name="T6" fmla="*/ 697 w 803"/>
                  <a:gd name="T7" fmla="*/ 4 h 298"/>
                  <a:gd name="T8" fmla="*/ 669 w 803"/>
                  <a:gd name="T9" fmla="*/ 4 h 298"/>
                  <a:gd name="T10" fmla="*/ 641 w 803"/>
                  <a:gd name="T11" fmla="*/ 4 h 298"/>
                  <a:gd name="T12" fmla="*/ 613 w 803"/>
                  <a:gd name="T13" fmla="*/ 4 h 298"/>
                  <a:gd name="T14" fmla="*/ 584 w 803"/>
                  <a:gd name="T15" fmla="*/ 4 h 298"/>
                  <a:gd name="T16" fmla="*/ 556 w 803"/>
                  <a:gd name="T17" fmla="*/ 4 h 298"/>
                  <a:gd name="T18" fmla="*/ 528 w 803"/>
                  <a:gd name="T19" fmla="*/ 4 h 298"/>
                  <a:gd name="T20" fmla="*/ 500 w 803"/>
                  <a:gd name="T21" fmla="*/ 4 h 298"/>
                  <a:gd name="T22" fmla="*/ 472 w 803"/>
                  <a:gd name="T23" fmla="*/ 4 h 298"/>
                  <a:gd name="T24" fmla="*/ 444 w 803"/>
                  <a:gd name="T25" fmla="*/ 4 h 298"/>
                  <a:gd name="T26" fmla="*/ 416 w 803"/>
                  <a:gd name="T27" fmla="*/ 4 h 298"/>
                  <a:gd name="T28" fmla="*/ 388 w 803"/>
                  <a:gd name="T29" fmla="*/ 4 h 298"/>
                  <a:gd name="T30" fmla="*/ 360 w 803"/>
                  <a:gd name="T31" fmla="*/ 4 h 298"/>
                  <a:gd name="T32" fmla="*/ 331 w 803"/>
                  <a:gd name="T33" fmla="*/ 4 h 298"/>
                  <a:gd name="T34" fmla="*/ 303 w 803"/>
                  <a:gd name="T35" fmla="*/ 4 h 298"/>
                  <a:gd name="T36" fmla="*/ 275 w 803"/>
                  <a:gd name="T37" fmla="*/ 4 h 298"/>
                  <a:gd name="T38" fmla="*/ 247 w 803"/>
                  <a:gd name="T39" fmla="*/ 4 h 298"/>
                  <a:gd name="T40" fmla="*/ 219 w 803"/>
                  <a:gd name="T41" fmla="*/ 4 h 298"/>
                  <a:gd name="T42" fmla="*/ 191 w 803"/>
                  <a:gd name="T43" fmla="*/ 4 h 298"/>
                  <a:gd name="T44" fmla="*/ 163 w 803"/>
                  <a:gd name="T45" fmla="*/ 4 h 298"/>
                  <a:gd name="T46" fmla="*/ 141 w 803"/>
                  <a:gd name="T47" fmla="*/ 0 h 298"/>
                  <a:gd name="T48" fmla="*/ 114 w 803"/>
                  <a:gd name="T49" fmla="*/ 2 h 298"/>
                  <a:gd name="T50" fmla="*/ 87 w 803"/>
                  <a:gd name="T51" fmla="*/ 10 h 298"/>
                  <a:gd name="T52" fmla="*/ 62 w 803"/>
                  <a:gd name="T53" fmla="*/ 24 h 298"/>
                  <a:gd name="T54" fmla="*/ 40 w 803"/>
                  <a:gd name="T55" fmla="*/ 42 h 298"/>
                  <a:gd name="T56" fmla="*/ 22 w 803"/>
                  <a:gd name="T57" fmla="*/ 64 h 298"/>
                  <a:gd name="T58" fmla="*/ 9 w 803"/>
                  <a:gd name="T59" fmla="*/ 89 h 298"/>
                  <a:gd name="T60" fmla="*/ 2 w 803"/>
                  <a:gd name="T61" fmla="*/ 117 h 298"/>
                  <a:gd name="T62" fmla="*/ 0 w 803"/>
                  <a:gd name="T63" fmla="*/ 145 h 298"/>
                  <a:gd name="T64" fmla="*/ 1 w 803"/>
                  <a:gd name="T65" fmla="*/ 173 h 298"/>
                  <a:gd name="T66" fmla="*/ 7 w 803"/>
                  <a:gd name="T67" fmla="*/ 201 h 298"/>
                  <a:gd name="T68" fmla="*/ 18 w 803"/>
                  <a:gd name="T69" fmla="*/ 227 h 298"/>
                  <a:gd name="T70" fmla="*/ 35 w 803"/>
                  <a:gd name="T71" fmla="*/ 250 h 298"/>
                  <a:gd name="T72" fmla="*/ 56 w 803"/>
                  <a:gd name="T73" fmla="*/ 269 h 298"/>
                  <a:gd name="T74" fmla="*/ 80 w 803"/>
                  <a:gd name="T75" fmla="*/ 284 h 298"/>
                  <a:gd name="T76" fmla="*/ 107 w 803"/>
                  <a:gd name="T77" fmla="*/ 294 h 298"/>
                  <a:gd name="T78" fmla="*/ 135 w 803"/>
                  <a:gd name="T79" fmla="*/ 294 h 298"/>
                  <a:gd name="T80" fmla="*/ 171 w 803"/>
                  <a:gd name="T81" fmla="*/ 294 h 298"/>
                  <a:gd name="T82" fmla="*/ 200 w 803"/>
                  <a:gd name="T83" fmla="*/ 294 h 298"/>
                  <a:gd name="T84" fmla="*/ 228 w 803"/>
                  <a:gd name="T85" fmla="*/ 294 h 298"/>
                  <a:gd name="T86" fmla="*/ 256 w 803"/>
                  <a:gd name="T87" fmla="*/ 294 h 298"/>
                  <a:gd name="T88" fmla="*/ 284 w 803"/>
                  <a:gd name="T89" fmla="*/ 294 h 298"/>
                  <a:gd name="T90" fmla="*/ 312 w 803"/>
                  <a:gd name="T91" fmla="*/ 294 h 298"/>
                  <a:gd name="T92" fmla="*/ 340 w 803"/>
                  <a:gd name="T93" fmla="*/ 294 h 298"/>
                  <a:gd name="T94" fmla="*/ 368 w 803"/>
                  <a:gd name="T95" fmla="*/ 294 h 298"/>
                  <a:gd name="T96" fmla="*/ 396 w 803"/>
                  <a:gd name="T97" fmla="*/ 294 h 298"/>
                  <a:gd name="T98" fmla="*/ 424 w 803"/>
                  <a:gd name="T99" fmla="*/ 294 h 298"/>
                  <a:gd name="T100" fmla="*/ 453 w 803"/>
                  <a:gd name="T101" fmla="*/ 294 h 298"/>
                  <a:gd name="T102" fmla="*/ 481 w 803"/>
                  <a:gd name="T103" fmla="*/ 294 h 298"/>
                  <a:gd name="T104" fmla="*/ 509 w 803"/>
                  <a:gd name="T105" fmla="*/ 294 h 298"/>
                  <a:gd name="T106" fmla="*/ 537 w 803"/>
                  <a:gd name="T107" fmla="*/ 294 h 298"/>
                  <a:gd name="T108" fmla="*/ 565 w 803"/>
                  <a:gd name="T109" fmla="*/ 294 h 298"/>
                  <a:gd name="T110" fmla="*/ 593 w 803"/>
                  <a:gd name="T111" fmla="*/ 294 h 298"/>
                  <a:gd name="T112" fmla="*/ 621 w 803"/>
                  <a:gd name="T113" fmla="*/ 294 h 298"/>
                  <a:gd name="T114" fmla="*/ 649 w 803"/>
                  <a:gd name="T115" fmla="*/ 294 h 298"/>
                  <a:gd name="T116" fmla="*/ 677 w 803"/>
                  <a:gd name="T117" fmla="*/ 294 h 298"/>
                  <a:gd name="T118" fmla="*/ 705 w 803"/>
                  <a:gd name="T119" fmla="*/ 294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03" h="298">
                    <a:moveTo>
                      <a:pt x="795" y="4"/>
                    </a:moveTo>
                    <a:cubicBezTo>
                      <a:pt x="803" y="4"/>
                      <a:pt x="803" y="4"/>
                      <a:pt x="803" y="4"/>
                    </a:cubicBezTo>
                    <a:cubicBezTo>
                      <a:pt x="803" y="0"/>
                      <a:pt x="803" y="0"/>
                      <a:pt x="803" y="0"/>
                    </a:cubicBezTo>
                    <a:cubicBezTo>
                      <a:pt x="795" y="0"/>
                      <a:pt x="795" y="0"/>
                      <a:pt x="795" y="0"/>
                    </a:cubicBezTo>
                    <a:lnTo>
                      <a:pt x="795" y="4"/>
                    </a:lnTo>
                    <a:close/>
                    <a:moveTo>
                      <a:pt x="781" y="4"/>
                    </a:moveTo>
                    <a:cubicBezTo>
                      <a:pt x="789" y="4"/>
                      <a:pt x="789" y="4"/>
                      <a:pt x="789" y="4"/>
                    </a:cubicBezTo>
                    <a:cubicBezTo>
                      <a:pt x="789" y="0"/>
                      <a:pt x="789" y="0"/>
                      <a:pt x="789" y="0"/>
                    </a:cubicBezTo>
                    <a:cubicBezTo>
                      <a:pt x="781" y="0"/>
                      <a:pt x="781" y="0"/>
                      <a:pt x="781" y="0"/>
                    </a:cubicBezTo>
                    <a:lnTo>
                      <a:pt x="781" y="4"/>
                    </a:lnTo>
                    <a:close/>
                    <a:moveTo>
                      <a:pt x="767" y="4"/>
                    </a:moveTo>
                    <a:cubicBezTo>
                      <a:pt x="775" y="4"/>
                      <a:pt x="775" y="4"/>
                      <a:pt x="775" y="4"/>
                    </a:cubicBezTo>
                    <a:cubicBezTo>
                      <a:pt x="775" y="0"/>
                      <a:pt x="775" y="0"/>
                      <a:pt x="775" y="0"/>
                    </a:cubicBezTo>
                    <a:cubicBezTo>
                      <a:pt x="767" y="0"/>
                      <a:pt x="767" y="0"/>
                      <a:pt x="767" y="0"/>
                    </a:cubicBezTo>
                    <a:lnTo>
                      <a:pt x="767" y="4"/>
                    </a:lnTo>
                    <a:close/>
                    <a:moveTo>
                      <a:pt x="753" y="4"/>
                    </a:moveTo>
                    <a:cubicBezTo>
                      <a:pt x="761" y="4"/>
                      <a:pt x="761" y="4"/>
                      <a:pt x="761" y="4"/>
                    </a:cubicBezTo>
                    <a:cubicBezTo>
                      <a:pt x="761" y="0"/>
                      <a:pt x="761" y="0"/>
                      <a:pt x="761" y="0"/>
                    </a:cubicBezTo>
                    <a:cubicBezTo>
                      <a:pt x="753" y="0"/>
                      <a:pt x="753" y="0"/>
                      <a:pt x="753" y="0"/>
                    </a:cubicBezTo>
                    <a:lnTo>
                      <a:pt x="753" y="4"/>
                    </a:lnTo>
                    <a:close/>
                    <a:moveTo>
                      <a:pt x="739" y="4"/>
                    </a:moveTo>
                    <a:cubicBezTo>
                      <a:pt x="747" y="4"/>
                      <a:pt x="747" y="4"/>
                      <a:pt x="747" y="4"/>
                    </a:cubicBezTo>
                    <a:cubicBezTo>
                      <a:pt x="747" y="0"/>
                      <a:pt x="747" y="0"/>
                      <a:pt x="747" y="0"/>
                    </a:cubicBezTo>
                    <a:cubicBezTo>
                      <a:pt x="739" y="0"/>
                      <a:pt x="739" y="0"/>
                      <a:pt x="739" y="0"/>
                    </a:cubicBezTo>
                    <a:lnTo>
                      <a:pt x="739" y="4"/>
                    </a:lnTo>
                    <a:close/>
                    <a:moveTo>
                      <a:pt x="725" y="4"/>
                    </a:moveTo>
                    <a:cubicBezTo>
                      <a:pt x="733" y="4"/>
                      <a:pt x="733" y="4"/>
                      <a:pt x="733" y="4"/>
                    </a:cubicBezTo>
                    <a:cubicBezTo>
                      <a:pt x="733" y="0"/>
                      <a:pt x="733" y="0"/>
                      <a:pt x="733" y="0"/>
                    </a:cubicBezTo>
                    <a:cubicBezTo>
                      <a:pt x="725" y="0"/>
                      <a:pt x="725" y="0"/>
                      <a:pt x="725" y="0"/>
                    </a:cubicBezTo>
                    <a:lnTo>
                      <a:pt x="725" y="4"/>
                    </a:lnTo>
                    <a:close/>
                    <a:moveTo>
                      <a:pt x="711" y="4"/>
                    </a:moveTo>
                    <a:cubicBezTo>
                      <a:pt x="719" y="4"/>
                      <a:pt x="719" y="4"/>
                      <a:pt x="719" y="4"/>
                    </a:cubicBezTo>
                    <a:cubicBezTo>
                      <a:pt x="719" y="0"/>
                      <a:pt x="719" y="0"/>
                      <a:pt x="719" y="0"/>
                    </a:cubicBezTo>
                    <a:cubicBezTo>
                      <a:pt x="711" y="0"/>
                      <a:pt x="711" y="0"/>
                      <a:pt x="711" y="0"/>
                    </a:cubicBezTo>
                    <a:lnTo>
                      <a:pt x="711" y="4"/>
                    </a:lnTo>
                    <a:close/>
                    <a:moveTo>
                      <a:pt x="697" y="4"/>
                    </a:moveTo>
                    <a:cubicBezTo>
                      <a:pt x="705" y="4"/>
                      <a:pt x="705" y="4"/>
                      <a:pt x="705" y="4"/>
                    </a:cubicBezTo>
                    <a:cubicBezTo>
                      <a:pt x="705" y="0"/>
                      <a:pt x="705" y="0"/>
                      <a:pt x="705" y="0"/>
                    </a:cubicBezTo>
                    <a:cubicBezTo>
                      <a:pt x="697" y="0"/>
                      <a:pt x="697" y="0"/>
                      <a:pt x="697" y="0"/>
                    </a:cubicBezTo>
                    <a:lnTo>
                      <a:pt x="697" y="4"/>
                    </a:lnTo>
                    <a:close/>
                    <a:moveTo>
                      <a:pt x="683" y="4"/>
                    </a:moveTo>
                    <a:cubicBezTo>
                      <a:pt x="691" y="4"/>
                      <a:pt x="691" y="4"/>
                      <a:pt x="691" y="4"/>
                    </a:cubicBezTo>
                    <a:cubicBezTo>
                      <a:pt x="691" y="0"/>
                      <a:pt x="691" y="0"/>
                      <a:pt x="691" y="0"/>
                    </a:cubicBezTo>
                    <a:cubicBezTo>
                      <a:pt x="683" y="0"/>
                      <a:pt x="683" y="0"/>
                      <a:pt x="683" y="0"/>
                    </a:cubicBezTo>
                    <a:lnTo>
                      <a:pt x="683" y="4"/>
                    </a:lnTo>
                    <a:close/>
                    <a:moveTo>
                      <a:pt x="669" y="4"/>
                    </a:moveTo>
                    <a:cubicBezTo>
                      <a:pt x="677" y="4"/>
                      <a:pt x="677" y="4"/>
                      <a:pt x="677" y="4"/>
                    </a:cubicBezTo>
                    <a:cubicBezTo>
                      <a:pt x="677" y="0"/>
                      <a:pt x="677" y="0"/>
                      <a:pt x="677" y="0"/>
                    </a:cubicBezTo>
                    <a:cubicBezTo>
                      <a:pt x="669" y="0"/>
                      <a:pt x="669" y="0"/>
                      <a:pt x="669" y="0"/>
                    </a:cubicBezTo>
                    <a:lnTo>
                      <a:pt x="669" y="4"/>
                    </a:lnTo>
                    <a:close/>
                    <a:moveTo>
                      <a:pt x="655" y="4"/>
                    </a:moveTo>
                    <a:cubicBezTo>
                      <a:pt x="663" y="4"/>
                      <a:pt x="663" y="4"/>
                      <a:pt x="663" y="4"/>
                    </a:cubicBezTo>
                    <a:cubicBezTo>
                      <a:pt x="663" y="0"/>
                      <a:pt x="663" y="0"/>
                      <a:pt x="663" y="0"/>
                    </a:cubicBezTo>
                    <a:cubicBezTo>
                      <a:pt x="655" y="0"/>
                      <a:pt x="655" y="0"/>
                      <a:pt x="655" y="0"/>
                    </a:cubicBezTo>
                    <a:lnTo>
                      <a:pt x="655" y="4"/>
                    </a:lnTo>
                    <a:close/>
                    <a:moveTo>
                      <a:pt x="641" y="4"/>
                    </a:moveTo>
                    <a:cubicBezTo>
                      <a:pt x="649" y="4"/>
                      <a:pt x="649" y="4"/>
                      <a:pt x="649" y="4"/>
                    </a:cubicBezTo>
                    <a:cubicBezTo>
                      <a:pt x="649" y="0"/>
                      <a:pt x="649" y="0"/>
                      <a:pt x="649" y="0"/>
                    </a:cubicBezTo>
                    <a:cubicBezTo>
                      <a:pt x="641" y="0"/>
                      <a:pt x="641" y="0"/>
                      <a:pt x="641" y="0"/>
                    </a:cubicBezTo>
                    <a:lnTo>
                      <a:pt x="641" y="4"/>
                    </a:lnTo>
                    <a:close/>
                    <a:moveTo>
                      <a:pt x="627" y="4"/>
                    </a:moveTo>
                    <a:cubicBezTo>
                      <a:pt x="635" y="4"/>
                      <a:pt x="635" y="4"/>
                      <a:pt x="635" y="4"/>
                    </a:cubicBezTo>
                    <a:cubicBezTo>
                      <a:pt x="635" y="0"/>
                      <a:pt x="635" y="0"/>
                      <a:pt x="635" y="0"/>
                    </a:cubicBezTo>
                    <a:cubicBezTo>
                      <a:pt x="627" y="0"/>
                      <a:pt x="627" y="0"/>
                      <a:pt x="627" y="0"/>
                    </a:cubicBezTo>
                    <a:lnTo>
                      <a:pt x="627" y="4"/>
                    </a:lnTo>
                    <a:close/>
                    <a:moveTo>
                      <a:pt x="613" y="4"/>
                    </a:moveTo>
                    <a:cubicBezTo>
                      <a:pt x="621" y="4"/>
                      <a:pt x="621" y="4"/>
                      <a:pt x="621" y="4"/>
                    </a:cubicBezTo>
                    <a:cubicBezTo>
                      <a:pt x="621" y="0"/>
                      <a:pt x="621" y="0"/>
                      <a:pt x="621" y="0"/>
                    </a:cubicBezTo>
                    <a:cubicBezTo>
                      <a:pt x="613" y="0"/>
                      <a:pt x="613" y="0"/>
                      <a:pt x="613" y="0"/>
                    </a:cubicBezTo>
                    <a:lnTo>
                      <a:pt x="613" y="4"/>
                    </a:lnTo>
                    <a:close/>
                    <a:moveTo>
                      <a:pt x="598" y="4"/>
                    </a:moveTo>
                    <a:cubicBezTo>
                      <a:pt x="606" y="4"/>
                      <a:pt x="606" y="4"/>
                      <a:pt x="606" y="4"/>
                    </a:cubicBezTo>
                    <a:cubicBezTo>
                      <a:pt x="606" y="0"/>
                      <a:pt x="606" y="0"/>
                      <a:pt x="606" y="0"/>
                    </a:cubicBezTo>
                    <a:cubicBezTo>
                      <a:pt x="598" y="0"/>
                      <a:pt x="598" y="0"/>
                      <a:pt x="598" y="0"/>
                    </a:cubicBezTo>
                    <a:lnTo>
                      <a:pt x="598" y="4"/>
                    </a:lnTo>
                    <a:close/>
                    <a:moveTo>
                      <a:pt x="584" y="4"/>
                    </a:moveTo>
                    <a:cubicBezTo>
                      <a:pt x="592" y="4"/>
                      <a:pt x="592" y="4"/>
                      <a:pt x="592" y="4"/>
                    </a:cubicBezTo>
                    <a:cubicBezTo>
                      <a:pt x="592" y="0"/>
                      <a:pt x="592" y="0"/>
                      <a:pt x="592" y="0"/>
                    </a:cubicBezTo>
                    <a:cubicBezTo>
                      <a:pt x="584" y="0"/>
                      <a:pt x="584" y="0"/>
                      <a:pt x="584" y="0"/>
                    </a:cubicBezTo>
                    <a:lnTo>
                      <a:pt x="584" y="4"/>
                    </a:lnTo>
                    <a:close/>
                    <a:moveTo>
                      <a:pt x="570" y="4"/>
                    </a:moveTo>
                    <a:cubicBezTo>
                      <a:pt x="578" y="4"/>
                      <a:pt x="578" y="4"/>
                      <a:pt x="578" y="4"/>
                    </a:cubicBezTo>
                    <a:cubicBezTo>
                      <a:pt x="578" y="0"/>
                      <a:pt x="578" y="0"/>
                      <a:pt x="578" y="0"/>
                    </a:cubicBezTo>
                    <a:cubicBezTo>
                      <a:pt x="570" y="0"/>
                      <a:pt x="570" y="0"/>
                      <a:pt x="570" y="0"/>
                    </a:cubicBezTo>
                    <a:lnTo>
                      <a:pt x="570" y="4"/>
                    </a:lnTo>
                    <a:close/>
                    <a:moveTo>
                      <a:pt x="556" y="4"/>
                    </a:moveTo>
                    <a:cubicBezTo>
                      <a:pt x="564" y="4"/>
                      <a:pt x="564" y="4"/>
                      <a:pt x="564" y="4"/>
                    </a:cubicBezTo>
                    <a:cubicBezTo>
                      <a:pt x="564" y="0"/>
                      <a:pt x="564" y="0"/>
                      <a:pt x="564" y="0"/>
                    </a:cubicBezTo>
                    <a:cubicBezTo>
                      <a:pt x="556" y="0"/>
                      <a:pt x="556" y="0"/>
                      <a:pt x="556" y="0"/>
                    </a:cubicBezTo>
                    <a:lnTo>
                      <a:pt x="556" y="4"/>
                    </a:lnTo>
                    <a:close/>
                    <a:moveTo>
                      <a:pt x="542" y="4"/>
                    </a:moveTo>
                    <a:cubicBezTo>
                      <a:pt x="550" y="4"/>
                      <a:pt x="550" y="4"/>
                      <a:pt x="550" y="4"/>
                    </a:cubicBezTo>
                    <a:cubicBezTo>
                      <a:pt x="550" y="0"/>
                      <a:pt x="550" y="0"/>
                      <a:pt x="550" y="0"/>
                    </a:cubicBezTo>
                    <a:cubicBezTo>
                      <a:pt x="542" y="0"/>
                      <a:pt x="542" y="0"/>
                      <a:pt x="542" y="0"/>
                    </a:cubicBezTo>
                    <a:lnTo>
                      <a:pt x="542" y="4"/>
                    </a:lnTo>
                    <a:close/>
                    <a:moveTo>
                      <a:pt x="528" y="4"/>
                    </a:moveTo>
                    <a:cubicBezTo>
                      <a:pt x="536" y="4"/>
                      <a:pt x="536" y="4"/>
                      <a:pt x="536" y="4"/>
                    </a:cubicBezTo>
                    <a:cubicBezTo>
                      <a:pt x="536" y="0"/>
                      <a:pt x="536" y="0"/>
                      <a:pt x="536" y="0"/>
                    </a:cubicBezTo>
                    <a:cubicBezTo>
                      <a:pt x="528" y="0"/>
                      <a:pt x="528" y="0"/>
                      <a:pt x="528" y="0"/>
                    </a:cubicBezTo>
                    <a:lnTo>
                      <a:pt x="528" y="4"/>
                    </a:lnTo>
                    <a:close/>
                    <a:moveTo>
                      <a:pt x="514" y="4"/>
                    </a:moveTo>
                    <a:cubicBezTo>
                      <a:pt x="522" y="4"/>
                      <a:pt x="522" y="4"/>
                      <a:pt x="522" y="4"/>
                    </a:cubicBezTo>
                    <a:cubicBezTo>
                      <a:pt x="522" y="0"/>
                      <a:pt x="522" y="0"/>
                      <a:pt x="522" y="0"/>
                    </a:cubicBezTo>
                    <a:cubicBezTo>
                      <a:pt x="514" y="0"/>
                      <a:pt x="514" y="0"/>
                      <a:pt x="514" y="0"/>
                    </a:cubicBezTo>
                    <a:lnTo>
                      <a:pt x="514" y="4"/>
                    </a:lnTo>
                    <a:close/>
                    <a:moveTo>
                      <a:pt x="500" y="4"/>
                    </a:moveTo>
                    <a:cubicBezTo>
                      <a:pt x="508" y="4"/>
                      <a:pt x="508" y="4"/>
                      <a:pt x="508" y="4"/>
                    </a:cubicBezTo>
                    <a:cubicBezTo>
                      <a:pt x="508" y="0"/>
                      <a:pt x="508" y="0"/>
                      <a:pt x="508" y="0"/>
                    </a:cubicBezTo>
                    <a:cubicBezTo>
                      <a:pt x="500" y="0"/>
                      <a:pt x="500" y="0"/>
                      <a:pt x="500" y="0"/>
                    </a:cubicBezTo>
                    <a:lnTo>
                      <a:pt x="500" y="4"/>
                    </a:lnTo>
                    <a:close/>
                    <a:moveTo>
                      <a:pt x="486" y="4"/>
                    </a:moveTo>
                    <a:cubicBezTo>
                      <a:pt x="494" y="4"/>
                      <a:pt x="494" y="4"/>
                      <a:pt x="494" y="4"/>
                    </a:cubicBezTo>
                    <a:cubicBezTo>
                      <a:pt x="494" y="0"/>
                      <a:pt x="494" y="0"/>
                      <a:pt x="494" y="0"/>
                    </a:cubicBezTo>
                    <a:cubicBezTo>
                      <a:pt x="486" y="0"/>
                      <a:pt x="486" y="0"/>
                      <a:pt x="486" y="0"/>
                    </a:cubicBezTo>
                    <a:lnTo>
                      <a:pt x="486" y="4"/>
                    </a:lnTo>
                    <a:close/>
                    <a:moveTo>
                      <a:pt x="472" y="4"/>
                    </a:moveTo>
                    <a:cubicBezTo>
                      <a:pt x="480" y="4"/>
                      <a:pt x="480" y="4"/>
                      <a:pt x="480" y="4"/>
                    </a:cubicBezTo>
                    <a:cubicBezTo>
                      <a:pt x="480" y="0"/>
                      <a:pt x="480" y="0"/>
                      <a:pt x="480" y="0"/>
                    </a:cubicBezTo>
                    <a:cubicBezTo>
                      <a:pt x="472" y="0"/>
                      <a:pt x="472" y="0"/>
                      <a:pt x="472" y="0"/>
                    </a:cubicBezTo>
                    <a:lnTo>
                      <a:pt x="472" y="4"/>
                    </a:lnTo>
                    <a:close/>
                    <a:moveTo>
                      <a:pt x="458" y="4"/>
                    </a:moveTo>
                    <a:cubicBezTo>
                      <a:pt x="466" y="4"/>
                      <a:pt x="466" y="4"/>
                      <a:pt x="466" y="4"/>
                    </a:cubicBezTo>
                    <a:cubicBezTo>
                      <a:pt x="466" y="0"/>
                      <a:pt x="466" y="0"/>
                      <a:pt x="466" y="0"/>
                    </a:cubicBezTo>
                    <a:cubicBezTo>
                      <a:pt x="458" y="0"/>
                      <a:pt x="458" y="0"/>
                      <a:pt x="458" y="0"/>
                    </a:cubicBezTo>
                    <a:lnTo>
                      <a:pt x="458" y="4"/>
                    </a:lnTo>
                    <a:close/>
                    <a:moveTo>
                      <a:pt x="444" y="4"/>
                    </a:moveTo>
                    <a:cubicBezTo>
                      <a:pt x="452" y="4"/>
                      <a:pt x="452" y="4"/>
                      <a:pt x="452" y="4"/>
                    </a:cubicBezTo>
                    <a:cubicBezTo>
                      <a:pt x="452" y="0"/>
                      <a:pt x="452" y="0"/>
                      <a:pt x="452" y="0"/>
                    </a:cubicBezTo>
                    <a:cubicBezTo>
                      <a:pt x="444" y="0"/>
                      <a:pt x="444" y="0"/>
                      <a:pt x="444" y="0"/>
                    </a:cubicBezTo>
                    <a:lnTo>
                      <a:pt x="444" y="4"/>
                    </a:lnTo>
                    <a:close/>
                    <a:moveTo>
                      <a:pt x="430" y="4"/>
                    </a:moveTo>
                    <a:cubicBezTo>
                      <a:pt x="438" y="4"/>
                      <a:pt x="438" y="4"/>
                      <a:pt x="438" y="4"/>
                    </a:cubicBezTo>
                    <a:cubicBezTo>
                      <a:pt x="438" y="0"/>
                      <a:pt x="438" y="0"/>
                      <a:pt x="438" y="0"/>
                    </a:cubicBezTo>
                    <a:cubicBezTo>
                      <a:pt x="430" y="0"/>
                      <a:pt x="430" y="0"/>
                      <a:pt x="430" y="0"/>
                    </a:cubicBezTo>
                    <a:lnTo>
                      <a:pt x="430" y="4"/>
                    </a:lnTo>
                    <a:close/>
                    <a:moveTo>
                      <a:pt x="416" y="4"/>
                    </a:moveTo>
                    <a:cubicBezTo>
                      <a:pt x="424" y="4"/>
                      <a:pt x="424" y="4"/>
                      <a:pt x="424" y="4"/>
                    </a:cubicBezTo>
                    <a:cubicBezTo>
                      <a:pt x="424" y="0"/>
                      <a:pt x="424" y="0"/>
                      <a:pt x="424" y="0"/>
                    </a:cubicBezTo>
                    <a:cubicBezTo>
                      <a:pt x="416" y="0"/>
                      <a:pt x="416" y="0"/>
                      <a:pt x="416" y="0"/>
                    </a:cubicBezTo>
                    <a:lnTo>
                      <a:pt x="416" y="4"/>
                    </a:lnTo>
                    <a:close/>
                    <a:moveTo>
                      <a:pt x="402" y="4"/>
                    </a:moveTo>
                    <a:cubicBezTo>
                      <a:pt x="410" y="4"/>
                      <a:pt x="410" y="4"/>
                      <a:pt x="410" y="4"/>
                    </a:cubicBezTo>
                    <a:cubicBezTo>
                      <a:pt x="410" y="0"/>
                      <a:pt x="410" y="0"/>
                      <a:pt x="410" y="0"/>
                    </a:cubicBezTo>
                    <a:cubicBezTo>
                      <a:pt x="402" y="0"/>
                      <a:pt x="402" y="0"/>
                      <a:pt x="402" y="0"/>
                    </a:cubicBezTo>
                    <a:lnTo>
                      <a:pt x="402" y="4"/>
                    </a:lnTo>
                    <a:close/>
                    <a:moveTo>
                      <a:pt x="388" y="4"/>
                    </a:moveTo>
                    <a:cubicBezTo>
                      <a:pt x="396" y="4"/>
                      <a:pt x="396" y="4"/>
                      <a:pt x="396" y="4"/>
                    </a:cubicBezTo>
                    <a:cubicBezTo>
                      <a:pt x="396" y="0"/>
                      <a:pt x="396" y="0"/>
                      <a:pt x="396" y="0"/>
                    </a:cubicBezTo>
                    <a:cubicBezTo>
                      <a:pt x="388" y="0"/>
                      <a:pt x="388" y="0"/>
                      <a:pt x="388" y="0"/>
                    </a:cubicBezTo>
                    <a:lnTo>
                      <a:pt x="388" y="4"/>
                    </a:lnTo>
                    <a:close/>
                    <a:moveTo>
                      <a:pt x="374" y="4"/>
                    </a:moveTo>
                    <a:cubicBezTo>
                      <a:pt x="382" y="4"/>
                      <a:pt x="382" y="4"/>
                      <a:pt x="382" y="4"/>
                    </a:cubicBezTo>
                    <a:cubicBezTo>
                      <a:pt x="382" y="0"/>
                      <a:pt x="382" y="0"/>
                      <a:pt x="382" y="0"/>
                    </a:cubicBezTo>
                    <a:cubicBezTo>
                      <a:pt x="374" y="0"/>
                      <a:pt x="374" y="0"/>
                      <a:pt x="374" y="0"/>
                    </a:cubicBezTo>
                    <a:lnTo>
                      <a:pt x="374" y="4"/>
                    </a:lnTo>
                    <a:close/>
                    <a:moveTo>
                      <a:pt x="360" y="4"/>
                    </a:moveTo>
                    <a:cubicBezTo>
                      <a:pt x="368" y="4"/>
                      <a:pt x="368" y="4"/>
                      <a:pt x="368" y="4"/>
                    </a:cubicBezTo>
                    <a:cubicBezTo>
                      <a:pt x="368" y="0"/>
                      <a:pt x="368" y="0"/>
                      <a:pt x="368" y="0"/>
                    </a:cubicBezTo>
                    <a:cubicBezTo>
                      <a:pt x="360" y="0"/>
                      <a:pt x="360" y="0"/>
                      <a:pt x="360" y="0"/>
                    </a:cubicBezTo>
                    <a:lnTo>
                      <a:pt x="360" y="4"/>
                    </a:lnTo>
                    <a:close/>
                    <a:moveTo>
                      <a:pt x="345" y="4"/>
                    </a:moveTo>
                    <a:cubicBezTo>
                      <a:pt x="354" y="4"/>
                      <a:pt x="354" y="4"/>
                      <a:pt x="354" y="4"/>
                    </a:cubicBezTo>
                    <a:cubicBezTo>
                      <a:pt x="354" y="0"/>
                      <a:pt x="354" y="0"/>
                      <a:pt x="354" y="0"/>
                    </a:cubicBezTo>
                    <a:cubicBezTo>
                      <a:pt x="345" y="0"/>
                      <a:pt x="345" y="0"/>
                      <a:pt x="345" y="0"/>
                    </a:cubicBezTo>
                    <a:lnTo>
                      <a:pt x="345" y="4"/>
                    </a:lnTo>
                    <a:close/>
                    <a:moveTo>
                      <a:pt x="331" y="4"/>
                    </a:moveTo>
                    <a:cubicBezTo>
                      <a:pt x="339" y="4"/>
                      <a:pt x="339" y="4"/>
                      <a:pt x="339" y="4"/>
                    </a:cubicBezTo>
                    <a:cubicBezTo>
                      <a:pt x="339" y="0"/>
                      <a:pt x="339" y="0"/>
                      <a:pt x="339" y="0"/>
                    </a:cubicBezTo>
                    <a:cubicBezTo>
                      <a:pt x="331" y="0"/>
                      <a:pt x="331" y="0"/>
                      <a:pt x="331" y="0"/>
                    </a:cubicBezTo>
                    <a:lnTo>
                      <a:pt x="331" y="4"/>
                    </a:lnTo>
                    <a:close/>
                    <a:moveTo>
                      <a:pt x="317" y="4"/>
                    </a:moveTo>
                    <a:cubicBezTo>
                      <a:pt x="325" y="4"/>
                      <a:pt x="325" y="4"/>
                      <a:pt x="325" y="4"/>
                    </a:cubicBezTo>
                    <a:cubicBezTo>
                      <a:pt x="325" y="0"/>
                      <a:pt x="325" y="0"/>
                      <a:pt x="325" y="0"/>
                    </a:cubicBezTo>
                    <a:cubicBezTo>
                      <a:pt x="317" y="0"/>
                      <a:pt x="317" y="0"/>
                      <a:pt x="317" y="0"/>
                    </a:cubicBezTo>
                    <a:lnTo>
                      <a:pt x="317" y="4"/>
                    </a:lnTo>
                    <a:close/>
                    <a:moveTo>
                      <a:pt x="303" y="4"/>
                    </a:moveTo>
                    <a:cubicBezTo>
                      <a:pt x="311" y="4"/>
                      <a:pt x="311" y="4"/>
                      <a:pt x="311" y="4"/>
                    </a:cubicBezTo>
                    <a:cubicBezTo>
                      <a:pt x="311" y="0"/>
                      <a:pt x="311" y="0"/>
                      <a:pt x="311" y="0"/>
                    </a:cubicBezTo>
                    <a:cubicBezTo>
                      <a:pt x="303" y="0"/>
                      <a:pt x="303" y="0"/>
                      <a:pt x="303" y="0"/>
                    </a:cubicBezTo>
                    <a:lnTo>
                      <a:pt x="303" y="4"/>
                    </a:lnTo>
                    <a:close/>
                    <a:moveTo>
                      <a:pt x="289" y="4"/>
                    </a:moveTo>
                    <a:cubicBezTo>
                      <a:pt x="297" y="4"/>
                      <a:pt x="297" y="4"/>
                      <a:pt x="297" y="4"/>
                    </a:cubicBezTo>
                    <a:cubicBezTo>
                      <a:pt x="297" y="0"/>
                      <a:pt x="297" y="0"/>
                      <a:pt x="297" y="0"/>
                    </a:cubicBezTo>
                    <a:cubicBezTo>
                      <a:pt x="289" y="0"/>
                      <a:pt x="289" y="0"/>
                      <a:pt x="289" y="0"/>
                    </a:cubicBezTo>
                    <a:lnTo>
                      <a:pt x="289" y="4"/>
                    </a:lnTo>
                    <a:close/>
                    <a:moveTo>
                      <a:pt x="275" y="4"/>
                    </a:moveTo>
                    <a:cubicBezTo>
                      <a:pt x="283" y="4"/>
                      <a:pt x="283" y="4"/>
                      <a:pt x="283" y="4"/>
                    </a:cubicBezTo>
                    <a:cubicBezTo>
                      <a:pt x="283" y="0"/>
                      <a:pt x="283" y="0"/>
                      <a:pt x="283" y="0"/>
                    </a:cubicBezTo>
                    <a:cubicBezTo>
                      <a:pt x="275" y="0"/>
                      <a:pt x="275" y="0"/>
                      <a:pt x="275" y="0"/>
                    </a:cubicBezTo>
                    <a:lnTo>
                      <a:pt x="275" y="4"/>
                    </a:lnTo>
                    <a:close/>
                    <a:moveTo>
                      <a:pt x="261" y="4"/>
                    </a:moveTo>
                    <a:cubicBezTo>
                      <a:pt x="269" y="4"/>
                      <a:pt x="269" y="4"/>
                      <a:pt x="269" y="4"/>
                    </a:cubicBezTo>
                    <a:cubicBezTo>
                      <a:pt x="269" y="0"/>
                      <a:pt x="269" y="0"/>
                      <a:pt x="269" y="0"/>
                    </a:cubicBezTo>
                    <a:cubicBezTo>
                      <a:pt x="261" y="0"/>
                      <a:pt x="261" y="0"/>
                      <a:pt x="261" y="0"/>
                    </a:cubicBezTo>
                    <a:lnTo>
                      <a:pt x="261" y="4"/>
                    </a:lnTo>
                    <a:close/>
                    <a:moveTo>
                      <a:pt x="247" y="4"/>
                    </a:moveTo>
                    <a:cubicBezTo>
                      <a:pt x="255" y="4"/>
                      <a:pt x="255" y="4"/>
                      <a:pt x="255" y="4"/>
                    </a:cubicBezTo>
                    <a:cubicBezTo>
                      <a:pt x="255" y="0"/>
                      <a:pt x="255" y="0"/>
                      <a:pt x="255" y="0"/>
                    </a:cubicBezTo>
                    <a:cubicBezTo>
                      <a:pt x="247" y="0"/>
                      <a:pt x="247" y="0"/>
                      <a:pt x="247" y="0"/>
                    </a:cubicBezTo>
                    <a:lnTo>
                      <a:pt x="247" y="4"/>
                    </a:lnTo>
                    <a:close/>
                    <a:moveTo>
                      <a:pt x="233" y="4"/>
                    </a:moveTo>
                    <a:cubicBezTo>
                      <a:pt x="241" y="4"/>
                      <a:pt x="241" y="4"/>
                      <a:pt x="241" y="4"/>
                    </a:cubicBezTo>
                    <a:cubicBezTo>
                      <a:pt x="241" y="0"/>
                      <a:pt x="241" y="0"/>
                      <a:pt x="241" y="0"/>
                    </a:cubicBezTo>
                    <a:cubicBezTo>
                      <a:pt x="233" y="0"/>
                      <a:pt x="233" y="0"/>
                      <a:pt x="233" y="0"/>
                    </a:cubicBezTo>
                    <a:lnTo>
                      <a:pt x="233" y="4"/>
                    </a:lnTo>
                    <a:close/>
                    <a:moveTo>
                      <a:pt x="219" y="4"/>
                    </a:moveTo>
                    <a:cubicBezTo>
                      <a:pt x="227" y="4"/>
                      <a:pt x="227" y="4"/>
                      <a:pt x="227" y="4"/>
                    </a:cubicBezTo>
                    <a:cubicBezTo>
                      <a:pt x="227" y="0"/>
                      <a:pt x="227" y="0"/>
                      <a:pt x="227" y="0"/>
                    </a:cubicBezTo>
                    <a:cubicBezTo>
                      <a:pt x="219" y="0"/>
                      <a:pt x="219" y="0"/>
                      <a:pt x="219" y="0"/>
                    </a:cubicBezTo>
                    <a:lnTo>
                      <a:pt x="219" y="4"/>
                    </a:lnTo>
                    <a:close/>
                    <a:moveTo>
                      <a:pt x="205" y="4"/>
                    </a:moveTo>
                    <a:cubicBezTo>
                      <a:pt x="213" y="4"/>
                      <a:pt x="213" y="4"/>
                      <a:pt x="213" y="4"/>
                    </a:cubicBezTo>
                    <a:cubicBezTo>
                      <a:pt x="213" y="0"/>
                      <a:pt x="213" y="0"/>
                      <a:pt x="213" y="0"/>
                    </a:cubicBezTo>
                    <a:cubicBezTo>
                      <a:pt x="205" y="0"/>
                      <a:pt x="205" y="0"/>
                      <a:pt x="205" y="0"/>
                    </a:cubicBezTo>
                    <a:lnTo>
                      <a:pt x="205" y="4"/>
                    </a:lnTo>
                    <a:close/>
                    <a:moveTo>
                      <a:pt x="191" y="4"/>
                    </a:moveTo>
                    <a:cubicBezTo>
                      <a:pt x="199" y="4"/>
                      <a:pt x="199" y="4"/>
                      <a:pt x="199" y="4"/>
                    </a:cubicBezTo>
                    <a:cubicBezTo>
                      <a:pt x="199" y="0"/>
                      <a:pt x="199" y="0"/>
                      <a:pt x="199" y="0"/>
                    </a:cubicBezTo>
                    <a:cubicBezTo>
                      <a:pt x="191" y="0"/>
                      <a:pt x="191" y="0"/>
                      <a:pt x="191" y="0"/>
                    </a:cubicBezTo>
                    <a:lnTo>
                      <a:pt x="191" y="4"/>
                    </a:lnTo>
                    <a:close/>
                    <a:moveTo>
                      <a:pt x="177" y="4"/>
                    </a:moveTo>
                    <a:cubicBezTo>
                      <a:pt x="185" y="4"/>
                      <a:pt x="185" y="4"/>
                      <a:pt x="185" y="4"/>
                    </a:cubicBezTo>
                    <a:cubicBezTo>
                      <a:pt x="185" y="0"/>
                      <a:pt x="185" y="0"/>
                      <a:pt x="185" y="0"/>
                    </a:cubicBezTo>
                    <a:cubicBezTo>
                      <a:pt x="177" y="0"/>
                      <a:pt x="177" y="0"/>
                      <a:pt x="177" y="0"/>
                    </a:cubicBezTo>
                    <a:lnTo>
                      <a:pt x="177" y="4"/>
                    </a:lnTo>
                    <a:close/>
                    <a:moveTo>
                      <a:pt x="163" y="4"/>
                    </a:moveTo>
                    <a:cubicBezTo>
                      <a:pt x="171" y="4"/>
                      <a:pt x="171" y="4"/>
                      <a:pt x="171" y="4"/>
                    </a:cubicBezTo>
                    <a:cubicBezTo>
                      <a:pt x="171" y="0"/>
                      <a:pt x="171" y="0"/>
                      <a:pt x="171" y="0"/>
                    </a:cubicBezTo>
                    <a:cubicBezTo>
                      <a:pt x="163" y="0"/>
                      <a:pt x="163" y="0"/>
                      <a:pt x="163" y="0"/>
                    </a:cubicBezTo>
                    <a:lnTo>
                      <a:pt x="163" y="4"/>
                    </a:lnTo>
                    <a:close/>
                    <a:moveTo>
                      <a:pt x="149" y="4"/>
                    </a:moveTo>
                    <a:cubicBezTo>
                      <a:pt x="157" y="4"/>
                      <a:pt x="157" y="4"/>
                      <a:pt x="157" y="4"/>
                    </a:cubicBezTo>
                    <a:cubicBezTo>
                      <a:pt x="157" y="0"/>
                      <a:pt x="157" y="0"/>
                      <a:pt x="157" y="0"/>
                    </a:cubicBezTo>
                    <a:cubicBezTo>
                      <a:pt x="149" y="0"/>
                      <a:pt x="149" y="0"/>
                      <a:pt x="149" y="0"/>
                    </a:cubicBezTo>
                    <a:lnTo>
                      <a:pt x="149" y="4"/>
                    </a:lnTo>
                    <a:close/>
                    <a:moveTo>
                      <a:pt x="135" y="4"/>
                    </a:moveTo>
                    <a:cubicBezTo>
                      <a:pt x="137" y="4"/>
                      <a:pt x="139" y="4"/>
                      <a:pt x="141" y="4"/>
                    </a:cubicBezTo>
                    <a:cubicBezTo>
                      <a:pt x="143" y="4"/>
                      <a:pt x="143" y="4"/>
                      <a:pt x="143" y="4"/>
                    </a:cubicBezTo>
                    <a:cubicBezTo>
                      <a:pt x="143" y="0"/>
                      <a:pt x="143" y="0"/>
                      <a:pt x="143" y="0"/>
                    </a:cubicBezTo>
                    <a:cubicBezTo>
                      <a:pt x="141" y="0"/>
                      <a:pt x="141" y="0"/>
                      <a:pt x="141" y="0"/>
                    </a:cubicBezTo>
                    <a:cubicBezTo>
                      <a:pt x="139" y="0"/>
                      <a:pt x="137" y="0"/>
                      <a:pt x="135" y="0"/>
                    </a:cubicBezTo>
                    <a:lnTo>
                      <a:pt x="135" y="4"/>
                    </a:lnTo>
                    <a:close/>
                    <a:moveTo>
                      <a:pt x="121" y="5"/>
                    </a:moveTo>
                    <a:cubicBezTo>
                      <a:pt x="124" y="5"/>
                      <a:pt x="126" y="4"/>
                      <a:pt x="129" y="4"/>
                    </a:cubicBezTo>
                    <a:cubicBezTo>
                      <a:pt x="129" y="0"/>
                      <a:pt x="129" y="0"/>
                      <a:pt x="129" y="0"/>
                    </a:cubicBezTo>
                    <a:cubicBezTo>
                      <a:pt x="126" y="0"/>
                      <a:pt x="123" y="1"/>
                      <a:pt x="120" y="1"/>
                    </a:cubicBezTo>
                    <a:lnTo>
                      <a:pt x="121" y="5"/>
                    </a:lnTo>
                    <a:close/>
                    <a:moveTo>
                      <a:pt x="107" y="8"/>
                    </a:moveTo>
                    <a:cubicBezTo>
                      <a:pt x="110" y="7"/>
                      <a:pt x="113" y="6"/>
                      <a:pt x="115" y="6"/>
                    </a:cubicBezTo>
                    <a:cubicBezTo>
                      <a:pt x="114" y="2"/>
                      <a:pt x="114" y="2"/>
                      <a:pt x="114" y="2"/>
                    </a:cubicBezTo>
                    <a:cubicBezTo>
                      <a:pt x="112" y="3"/>
                      <a:pt x="109" y="3"/>
                      <a:pt x="106" y="4"/>
                    </a:cubicBezTo>
                    <a:lnTo>
                      <a:pt x="107" y="8"/>
                    </a:lnTo>
                    <a:close/>
                    <a:moveTo>
                      <a:pt x="94" y="12"/>
                    </a:moveTo>
                    <a:cubicBezTo>
                      <a:pt x="97" y="11"/>
                      <a:pt x="99" y="10"/>
                      <a:pt x="102" y="9"/>
                    </a:cubicBezTo>
                    <a:cubicBezTo>
                      <a:pt x="101" y="5"/>
                      <a:pt x="101" y="5"/>
                      <a:pt x="101" y="5"/>
                    </a:cubicBezTo>
                    <a:cubicBezTo>
                      <a:pt x="98" y="6"/>
                      <a:pt x="95" y="7"/>
                      <a:pt x="93" y="8"/>
                    </a:cubicBezTo>
                    <a:lnTo>
                      <a:pt x="94" y="12"/>
                    </a:lnTo>
                    <a:close/>
                    <a:moveTo>
                      <a:pt x="81" y="17"/>
                    </a:moveTo>
                    <a:cubicBezTo>
                      <a:pt x="84" y="16"/>
                      <a:pt x="86" y="15"/>
                      <a:pt x="89" y="14"/>
                    </a:cubicBezTo>
                    <a:cubicBezTo>
                      <a:pt x="87" y="10"/>
                      <a:pt x="87" y="10"/>
                      <a:pt x="87" y="10"/>
                    </a:cubicBezTo>
                    <a:cubicBezTo>
                      <a:pt x="85" y="11"/>
                      <a:pt x="82" y="12"/>
                      <a:pt x="80" y="13"/>
                    </a:cubicBezTo>
                    <a:lnTo>
                      <a:pt x="81" y="17"/>
                    </a:lnTo>
                    <a:close/>
                    <a:moveTo>
                      <a:pt x="69" y="24"/>
                    </a:moveTo>
                    <a:cubicBezTo>
                      <a:pt x="72" y="22"/>
                      <a:pt x="74" y="21"/>
                      <a:pt x="76" y="20"/>
                    </a:cubicBezTo>
                    <a:cubicBezTo>
                      <a:pt x="74" y="16"/>
                      <a:pt x="74" y="16"/>
                      <a:pt x="74" y="16"/>
                    </a:cubicBezTo>
                    <a:cubicBezTo>
                      <a:pt x="72" y="18"/>
                      <a:pt x="70" y="19"/>
                      <a:pt x="67" y="20"/>
                    </a:cubicBezTo>
                    <a:lnTo>
                      <a:pt x="69" y="24"/>
                    </a:lnTo>
                    <a:close/>
                    <a:moveTo>
                      <a:pt x="58" y="32"/>
                    </a:moveTo>
                    <a:cubicBezTo>
                      <a:pt x="60" y="30"/>
                      <a:pt x="62" y="28"/>
                      <a:pt x="64" y="27"/>
                    </a:cubicBezTo>
                    <a:cubicBezTo>
                      <a:pt x="62" y="24"/>
                      <a:pt x="62" y="24"/>
                      <a:pt x="62" y="24"/>
                    </a:cubicBezTo>
                    <a:cubicBezTo>
                      <a:pt x="60" y="25"/>
                      <a:pt x="58" y="27"/>
                      <a:pt x="55" y="28"/>
                    </a:cubicBezTo>
                    <a:cubicBezTo>
                      <a:pt x="58" y="32"/>
                      <a:pt x="58" y="32"/>
                      <a:pt x="58" y="32"/>
                    </a:cubicBezTo>
                    <a:close/>
                    <a:moveTo>
                      <a:pt x="47" y="40"/>
                    </a:moveTo>
                    <a:cubicBezTo>
                      <a:pt x="49" y="39"/>
                      <a:pt x="51" y="37"/>
                      <a:pt x="53" y="35"/>
                    </a:cubicBezTo>
                    <a:cubicBezTo>
                      <a:pt x="51" y="32"/>
                      <a:pt x="51" y="32"/>
                      <a:pt x="51" y="32"/>
                    </a:cubicBezTo>
                    <a:cubicBezTo>
                      <a:pt x="49" y="34"/>
                      <a:pt x="47" y="36"/>
                      <a:pt x="45" y="38"/>
                    </a:cubicBezTo>
                    <a:lnTo>
                      <a:pt x="47" y="40"/>
                    </a:lnTo>
                    <a:close/>
                    <a:moveTo>
                      <a:pt x="38" y="50"/>
                    </a:moveTo>
                    <a:cubicBezTo>
                      <a:pt x="39" y="48"/>
                      <a:pt x="41" y="46"/>
                      <a:pt x="43" y="45"/>
                    </a:cubicBezTo>
                    <a:cubicBezTo>
                      <a:pt x="40" y="42"/>
                      <a:pt x="40" y="42"/>
                      <a:pt x="40" y="42"/>
                    </a:cubicBezTo>
                    <a:cubicBezTo>
                      <a:pt x="38" y="44"/>
                      <a:pt x="36" y="46"/>
                      <a:pt x="35" y="48"/>
                    </a:cubicBezTo>
                    <a:lnTo>
                      <a:pt x="38" y="50"/>
                    </a:lnTo>
                    <a:close/>
                    <a:moveTo>
                      <a:pt x="29" y="61"/>
                    </a:moveTo>
                    <a:cubicBezTo>
                      <a:pt x="31" y="59"/>
                      <a:pt x="32" y="57"/>
                      <a:pt x="34" y="55"/>
                    </a:cubicBezTo>
                    <a:cubicBezTo>
                      <a:pt x="31" y="52"/>
                      <a:pt x="31" y="52"/>
                      <a:pt x="31" y="52"/>
                    </a:cubicBezTo>
                    <a:cubicBezTo>
                      <a:pt x="29" y="55"/>
                      <a:pt x="27" y="57"/>
                      <a:pt x="26" y="59"/>
                    </a:cubicBezTo>
                    <a:lnTo>
                      <a:pt x="29" y="61"/>
                    </a:lnTo>
                    <a:close/>
                    <a:moveTo>
                      <a:pt x="22" y="73"/>
                    </a:moveTo>
                    <a:cubicBezTo>
                      <a:pt x="23" y="71"/>
                      <a:pt x="24" y="68"/>
                      <a:pt x="26" y="66"/>
                    </a:cubicBezTo>
                    <a:cubicBezTo>
                      <a:pt x="22" y="64"/>
                      <a:pt x="22" y="64"/>
                      <a:pt x="22" y="64"/>
                    </a:cubicBezTo>
                    <a:cubicBezTo>
                      <a:pt x="21" y="66"/>
                      <a:pt x="19" y="69"/>
                      <a:pt x="18" y="71"/>
                    </a:cubicBezTo>
                    <a:lnTo>
                      <a:pt x="22" y="73"/>
                    </a:lnTo>
                    <a:close/>
                    <a:moveTo>
                      <a:pt x="15" y="85"/>
                    </a:moveTo>
                    <a:cubicBezTo>
                      <a:pt x="16" y="83"/>
                      <a:pt x="18" y="80"/>
                      <a:pt x="19" y="78"/>
                    </a:cubicBezTo>
                    <a:cubicBezTo>
                      <a:pt x="15" y="76"/>
                      <a:pt x="15" y="76"/>
                      <a:pt x="15" y="76"/>
                    </a:cubicBezTo>
                    <a:cubicBezTo>
                      <a:pt x="14" y="79"/>
                      <a:pt x="13" y="81"/>
                      <a:pt x="12" y="84"/>
                    </a:cubicBezTo>
                    <a:lnTo>
                      <a:pt x="15" y="85"/>
                    </a:lnTo>
                    <a:close/>
                    <a:moveTo>
                      <a:pt x="10" y="98"/>
                    </a:moveTo>
                    <a:cubicBezTo>
                      <a:pt x="11" y="96"/>
                      <a:pt x="12" y="93"/>
                      <a:pt x="13" y="91"/>
                    </a:cubicBezTo>
                    <a:cubicBezTo>
                      <a:pt x="9" y="89"/>
                      <a:pt x="9" y="89"/>
                      <a:pt x="9" y="89"/>
                    </a:cubicBezTo>
                    <a:cubicBezTo>
                      <a:pt x="8" y="92"/>
                      <a:pt x="7" y="94"/>
                      <a:pt x="7" y="97"/>
                    </a:cubicBezTo>
                    <a:lnTo>
                      <a:pt x="10" y="98"/>
                    </a:lnTo>
                    <a:close/>
                    <a:moveTo>
                      <a:pt x="7" y="112"/>
                    </a:moveTo>
                    <a:cubicBezTo>
                      <a:pt x="7" y="109"/>
                      <a:pt x="8" y="106"/>
                      <a:pt x="9" y="104"/>
                    </a:cubicBezTo>
                    <a:cubicBezTo>
                      <a:pt x="5" y="103"/>
                      <a:pt x="5" y="103"/>
                      <a:pt x="5" y="103"/>
                    </a:cubicBezTo>
                    <a:cubicBezTo>
                      <a:pt x="4" y="105"/>
                      <a:pt x="3" y="108"/>
                      <a:pt x="3" y="111"/>
                    </a:cubicBezTo>
                    <a:lnTo>
                      <a:pt x="7" y="112"/>
                    </a:lnTo>
                    <a:close/>
                    <a:moveTo>
                      <a:pt x="4" y="125"/>
                    </a:moveTo>
                    <a:cubicBezTo>
                      <a:pt x="5" y="123"/>
                      <a:pt x="5" y="120"/>
                      <a:pt x="6" y="117"/>
                    </a:cubicBezTo>
                    <a:cubicBezTo>
                      <a:pt x="2" y="117"/>
                      <a:pt x="2" y="117"/>
                      <a:pt x="2" y="117"/>
                    </a:cubicBezTo>
                    <a:cubicBezTo>
                      <a:pt x="1" y="119"/>
                      <a:pt x="1" y="122"/>
                      <a:pt x="0" y="125"/>
                    </a:cubicBezTo>
                    <a:cubicBezTo>
                      <a:pt x="4" y="125"/>
                      <a:pt x="4" y="125"/>
                      <a:pt x="4" y="125"/>
                    </a:cubicBezTo>
                    <a:close/>
                    <a:moveTo>
                      <a:pt x="4" y="139"/>
                    </a:moveTo>
                    <a:cubicBezTo>
                      <a:pt x="4" y="136"/>
                      <a:pt x="4" y="134"/>
                      <a:pt x="4" y="131"/>
                    </a:cubicBezTo>
                    <a:cubicBezTo>
                      <a:pt x="0" y="131"/>
                      <a:pt x="0" y="131"/>
                      <a:pt x="0" y="131"/>
                    </a:cubicBezTo>
                    <a:cubicBezTo>
                      <a:pt x="0" y="134"/>
                      <a:pt x="0" y="136"/>
                      <a:pt x="0" y="139"/>
                    </a:cubicBezTo>
                    <a:lnTo>
                      <a:pt x="4" y="139"/>
                    </a:lnTo>
                    <a:close/>
                    <a:moveTo>
                      <a:pt x="4" y="153"/>
                    </a:moveTo>
                    <a:cubicBezTo>
                      <a:pt x="4" y="145"/>
                      <a:pt x="4" y="145"/>
                      <a:pt x="4" y="145"/>
                    </a:cubicBezTo>
                    <a:cubicBezTo>
                      <a:pt x="0" y="145"/>
                      <a:pt x="0" y="145"/>
                      <a:pt x="0" y="145"/>
                    </a:cubicBezTo>
                    <a:cubicBezTo>
                      <a:pt x="0" y="153"/>
                      <a:pt x="0" y="153"/>
                      <a:pt x="0" y="153"/>
                    </a:cubicBezTo>
                    <a:lnTo>
                      <a:pt x="4" y="153"/>
                    </a:lnTo>
                    <a:close/>
                    <a:moveTo>
                      <a:pt x="4" y="167"/>
                    </a:moveTo>
                    <a:cubicBezTo>
                      <a:pt x="4" y="164"/>
                      <a:pt x="4" y="162"/>
                      <a:pt x="4" y="159"/>
                    </a:cubicBezTo>
                    <a:cubicBezTo>
                      <a:pt x="0" y="159"/>
                      <a:pt x="0" y="159"/>
                      <a:pt x="0" y="159"/>
                    </a:cubicBezTo>
                    <a:cubicBezTo>
                      <a:pt x="0" y="162"/>
                      <a:pt x="0" y="165"/>
                      <a:pt x="0" y="167"/>
                    </a:cubicBezTo>
                    <a:lnTo>
                      <a:pt x="4" y="167"/>
                    </a:lnTo>
                    <a:close/>
                    <a:moveTo>
                      <a:pt x="6" y="181"/>
                    </a:moveTo>
                    <a:cubicBezTo>
                      <a:pt x="5" y="178"/>
                      <a:pt x="5" y="175"/>
                      <a:pt x="5" y="173"/>
                    </a:cubicBezTo>
                    <a:cubicBezTo>
                      <a:pt x="1" y="173"/>
                      <a:pt x="1" y="173"/>
                      <a:pt x="1" y="173"/>
                    </a:cubicBezTo>
                    <a:cubicBezTo>
                      <a:pt x="1" y="176"/>
                      <a:pt x="1" y="179"/>
                      <a:pt x="2" y="181"/>
                    </a:cubicBezTo>
                    <a:lnTo>
                      <a:pt x="6" y="181"/>
                    </a:lnTo>
                    <a:close/>
                    <a:moveTo>
                      <a:pt x="9" y="194"/>
                    </a:moveTo>
                    <a:cubicBezTo>
                      <a:pt x="8" y="192"/>
                      <a:pt x="7" y="189"/>
                      <a:pt x="7" y="186"/>
                    </a:cubicBezTo>
                    <a:cubicBezTo>
                      <a:pt x="3" y="187"/>
                      <a:pt x="3" y="187"/>
                      <a:pt x="3" y="187"/>
                    </a:cubicBezTo>
                    <a:cubicBezTo>
                      <a:pt x="4" y="190"/>
                      <a:pt x="4" y="193"/>
                      <a:pt x="5" y="195"/>
                    </a:cubicBezTo>
                    <a:lnTo>
                      <a:pt x="9" y="194"/>
                    </a:lnTo>
                    <a:close/>
                    <a:moveTo>
                      <a:pt x="13" y="207"/>
                    </a:moveTo>
                    <a:cubicBezTo>
                      <a:pt x="12" y="205"/>
                      <a:pt x="11" y="202"/>
                      <a:pt x="11" y="200"/>
                    </a:cubicBezTo>
                    <a:cubicBezTo>
                      <a:pt x="7" y="201"/>
                      <a:pt x="7" y="201"/>
                      <a:pt x="7" y="201"/>
                    </a:cubicBezTo>
                    <a:cubicBezTo>
                      <a:pt x="8" y="204"/>
                      <a:pt x="9" y="206"/>
                      <a:pt x="10" y="209"/>
                    </a:cubicBezTo>
                    <a:lnTo>
                      <a:pt x="13" y="207"/>
                    </a:lnTo>
                    <a:close/>
                    <a:moveTo>
                      <a:pt x="19" y="220"/>
                    </a:moveTo>
                    <a:cubicBezTo>
                      <a:pt x="18" y="217"/>
                      <a:pt x="17" y="215"/>
                      <a:pt x="16" y="213"/>
                    </a:cubicBezTo>
                    <a:cubicBezTo>
                      <a:pt x="12" y="214"/>
                      <a:pt x="12" y="214"/>
                      <a:pt x="12" y="214"/>
                    </a:cubicBezTo>
                    <a:cubicBezTo>
                      <a:pt x="13" y="217"/>
                      <a:pt x="14" y="219"/>
                      <a:pt x="15" y="222"/>
                    </a:cubicBezTo>
                    <a:lnTo>
                      <a:pt x="19" y="220"/>
                    </a:lnTo>
                    <a:close/>
                    <a:moveTo>
                      <a:pt x="26" y="232"/>
                    </a:moveTo>
                    <a:cubicBezTo>
                      <a:pt x="25" y="230"/>
                      <a:pt x="23" y="227"/>
                      <a:pt x="22" y="225"/>
                    </a:cubicBezTo>
                    <a:cubicBezTo>
                      <a:pt x="18" y="227"/>
                      <a:pt x="18" y="227"/>
                      <a:pt x="18" y="227"/>
                    </a:cubicBezTo>
                    <a:cubicBezTo>
                      <a:pt x="20" y="229"/>
                      <a:pt x="21" y="232"/>
                      <a:pt x="23" y="234"/>
                    </a:cubicBezTo>
                    <a:lnTo>
                      <a:pt x="26" y="232"/>
                    </a:lnTo>
                    <a:close/>
                    <a:moveTo>
                      <a:pt x="34" y="243"/>
                    </a:moveTo>
                    <a:cubicBezTo>
                      <a:pt x="32" y="241"/>
                      <a:pt x="31" y="239"/>
                      <a:pt x="29" y="237"/>
                    </a:cubicBezTo>
                    <a:cubicBezTo>
                      <a:pt x="26" y="239"/>
                      <a:pt x="26" y="239"/>
                      <a:pt x="26" y="239"/>
                    </a:cubicBezTo>
                    <a:cubicBezTo>
                      <a:pt x="28" y="241"/>
                      <a:pt x="29" y="243"/>
                      <a:pt x="31" y="245"/>
                    </a:cubicBezTo>
                    <a:lnTo>
                      <a:pt x="34" y="243"/>
                    </a:lnTo>
                    <a:close/>
                    <a:moveTo>
                      <a:pt x="43" y="253"/>
                    </a:moveTo>
                    <a:cubicBezTo>
                      <a:pt x="42" y="251"/>
                      <a:pt x="40" y="249"/>
                      <a:pt x="38" y="247"/>
                    </a:cubicBezTo>
                    <a:cubicBezTo>
                      <a:pt x="35" y="250"/>
                      <a:pt x="35" y="250"/>
                      <a:pt x="35" y="250"/>
                    </a:cubicBezTo>
                    <a:cubicBezTo>
                      <a:pt x="37" y="252"/>
                      <a:pt x="39" y="254"/>
                      <a:pt x="41" y="256"/>
                    </a:cubicBezTo>
                    <a:lnTo>
                      <a:pt x="43" y="253"/>
                    </a:lnTo>
                    <a:close/>
                    <a:moveTo>
                      <a:pt x="54" y="263"/>
                    </a:moveTo>
                    <a:cubicBezTo>
                      <a:pt x="52" y="261"/>
                      <a:pt x="50" y="259"/>
                      <a:pt x="48" y="257"/>
                    </a:cubicBezTo>
                    <a:cubicBezTo>
                      <a:pt x="45" y="260"/>
                      <a:pt x="45" y="260"/>
                      <a:pt x="45" y="260"/>
                    </a:cubicBezTo>
                    <a:cubicBezTo>
                      <a:pt x="47" y="262"/>
                      <a:pt x="49" y="264"/>
                      <a:pt x="51" y="266"/>
                    </a:cubicBezTo>
                    <a:lnTo>
                      <a:pt x="54" y="263"/>
                    </a:lnTo>
                    <a:close/>
                    <a:moveTo>
                      <a:pt x="65" y="271"/>
                    </a:moveTo>
                    <a:cubicBezTo>
                      <a:pt x="63" y="269"/>
                      <a:pt x="60" y="268"/>
                      <a:pt x="58" y="266"/>
                    </a:cubicBezTo>
                    <a:cubicBezTo>
                      <a:pt x="56" y="269"/>
                      <a:pt x="56" y="269"/>
                      <a:pt x="56" y="269"/>
                    </a:cubicBezTo>
                    <a:cubicBezTo>
                      <a:pt x="58" y="271"/>
                      <a:pt x="60" y="273"/>
                      <a:pt x="63" y="274"/>
                    </a:cubicBezTo>
                    <a:lnTo>
                      <a:pt x="65" y="271"/>
                    </a:lnTo>
                    <a:close/>
                    <a:moveTo>
                      <a:pt x="77" y="278"/>
                    </a:moveTo>
                    <a:cubicBezTo>
                      <a:pt x="74" y="277"/>
                      <a:pt x="72" y="275"/>
                      <a:pt x="70" y="274"/>
                    </a:cubicBezTo>
                    <a:cubicBezTo>
                      <a:pt x="68" y="277"/>
                      <a:pt x="68" y="277"/>
                      <a:pt x="68" y="277"/>
                    </a:cubicBezTo>
                    <a:cubicBezTo>
                      <a:pt x="70" y="279"/>
                      <a:pt x="72" y="280"/>
                      <a:pt x="75" y="281"/>
                    </a:cubicBezTo>
                    <a:lnTo>
                      <a:pt x="77" y="278"/>
                    </a:lnTo>
                    <a:close/>
                    <a:moveTo>
                      <a:pt x="89" y="284"/>
                    </a:moveTo>
                    <a:cubicBezTo>
                      <a:pt x="87" y="283"/>
                      <a:pt x="84" y="282"/>
                      <a:pt x="82" y="281"/>
                    </a:cubicBezTo>
                    <a:cubicBezTo>
                      <a:pt x="80" y="284"/>
                      <a:pt x="80" y="284"/>
                      <a:pt x="80" y="284"/>
                    </a:cubicBezTo>
                    <a:cubicBezTo>
                      <a:pt x="83" y="285"/>
                      <a:pt x="85" y="286"/>
                      <a:pt x="88" y="288"/>
                    </a:cubicBezTo>
                    <a:lnTo>
                      <a:pt x="89" y="284"/>
                    </a:lnTo>
                    <a:close/>
                    <a:moveTo>
                      <a:pt x="102" y="288"/>
                    </a:moveTo>
                    <a:cubicBezTo>
                      <a:pt x="100" y="288"/>
                      <a:pt x="97" y="287"/>
                      <a:pt x="95" y="286"/>
                    </a:cubicBezTo>
                    <a:cubicBezTo>
                      <a:pt x="93" y="290"/>
                      <a:pt x="93" y="290"/>
                      <a:pt x="93" y="290"/>
                    </a:cubicBezTo>
                    <a:cubicBezTo>
                      <a:pt x="96" y="291"/>
                      <a:pt x="99" y="291"/>
                      <a:pt x="101" y="292"/>
                    </a:cubicBezTo>
                    <a:lnTo>
                      <a:pt x="102" y="288"/>
                    </a:lnTo>
                    <a:close/>
                    <a:moveTo>
                      <a:pt x="116" y="292"/>
                    </a:moveTo>
                    <a:cubicBezTo>
                      <a:pt x="113" y="291"/>
                      <a:pt x="111" y="291"/>
                      <a:pt x="108" y="290"/>
                    </a:cubicBezTo>
                    <a:cubicBezTo>
                      <a:pt x="107" y="294"/>
                      <a:pt x="107" y="294"/>
                      <a:pt x="107" y="294"/>
                    </a:cubicBezTo>
                    <a:cubicBezTo>
                      <a:pt x="110" y="294"/>
                      <a:pt x="112" y="295"/>
                      <a:pt x="115" y="296"/>
                    </a:cubicBezTo>
                    <a:lnTo>
                      <a:pt x="116" y="292"/>
                    </a:lnTo>
                    <a:close/>
                    <a:moveTo>
                      <a:pt x="129" y="293"/>
                    </a:moveTo>
                    <a:cubicBezTo>
                      <a:pt x="127" y="293"/>
                      <a:pt x="124" y="293"/>
                      <a:pt x="122" y="293"/>
                    </a:cubicBezTo>
                    <a:cubicBezTo>
                      <a:pt x="121" y="296"/>
                      <a:pt x="121" y="296"/>
                      <a:pt x="121" y="296"/>
                    </a:cubicBezTo>
                    <a:cubicBezTo>
                      <a:pt x="124" y="297"/>
                      <a:pt x="126" y="297"/>
                      <a:pt x="129" y="297"/>
                    </a:cubicBezTo>
                    <a:lnTo>
                      <a:pt x="129" y="293"/>
                    </a:lnTo>
                    <a:close/>
                    <a:moveTo>
                      <a:pt x="143" y="294"/>
                    </a:moveTo>
                    <a:cubicBezTo>
                      <a:pt x="141" y="294"/>
                      <a:pt x="141" y="294"/>
                      <a:pt x="141" y="294"/>
                    </a:cubicBezTo>
                    <a:cubicBezTo>
                      <a:pt x="139" y="294"/>
                      <a:pt x="137" y="294"/>
                      <a:pt x="135" y="294"/>
                    </a:cubicBezTo>
                    <a:cubicBezTo>
                      <a:pt x="135" y="298"/>
                      <a:pt x="135" y="298"/>
                      <a:pt x="135" y="298"/>
                    </a:cubicBezTo>
                    <a:cubicBezTo>
                      <a:pt x="137" y="298"/>
                      <a:pt x="139" y="298"/>
                      <a:pt x="141" y="298"/>
                    </a:cubicBezTo>
                    <a:cubicBezTo>
                      <a:pt x="143" y="298"/>
                      <a:pt x="143" y="298"/>
                      <a:pt x="143" y="298"/>
                    </a:cubicBezTo>
                    <a:lnTo>
                      <a:pt x="143" y="294"/>
                    </a:lnTo>
                    <a:close/>
                    <a:moveTo>
                      <a:pt x="157" y="294"/>
                    </a:moveTo>
                    <a:cubicBezTo>
                      <a:pt x="149" y="294"/>
                      <a:pt x="149" y="294"/>
                      <a:pt x="149" y="294"/>
                    </a:cubicBezTo>
                    <a:cubicBezTo>
                      <a:pt x="149" y="298"/>
                      <a:pt x="149" y="298"/>
                      <a:pt x="149" y="298"/>
                    </a:cubicBezTo>
                    <a:cubicBezTo>
                      <a:pt x="157" y="298"/>
                      <a:pt x="157" y="298"/>
                      <a:pt x="157" y="298"/>
                    </a:cubicBezTo>
                    <a:lnTo>
                      <a:pt x="157" y="294"/>
                    </a:lnTo>
                    <a:close/>
                    <a:moveTo>
                      <a:pt x="171" y="294"/>
                    </a:moveTo>
                    <a:cubicBezTo>
                      <a:pt x="163" y="294"/>
                      <a:pt x="163" y="294"/>
                      <a:pt x="163" y="294"/>
                    </a:cubicBezTo>
                    <a:cubicBezTo>
                      <a:pt x="163" y="298"/>
                      <a:pt x="163" y="298"/>
                      <a:pt x="163" y="298"/>
                    </a:cubicBezTo>
                    <a:cubicBezTo>
                      <a:pt x="171" y="298"/>
                      <a:pt x="171" y="298"/>
                      <a:pt x="171" y="298"/>
                    </a:cubicBezTo>
                    <a:lnTo>
                      <a:pt x="171" y="294"/>
                    </a:lnTo>
                    <a:close/>
                    <a:moveTo>
                      <a:pt x="185" y="294"/>
                    </a:moveTo>
                    <a:cubicBezTo>
                      <a:pt x="177" y="294"/>
                      <a:pt x="177" y="294"/>
                      <a:pt x="177" y="294"/>
                    </a:cubicBezTo>
                    <a:cubicBezTo>
                      <a:pt x="177" y="298"/>
                      <a:pt x="177" y="298"/>
                      <a:pt x="177" y="298"/>
                    </a:cubicBezTo>
                    <a:cubicBezTo>
                      <a:pt x="185" y="298"/>
                      <a:pt x="185" y="298"/>
                      <a:pt x="185" y="298"/>
                    </a:cubicBezTo>
                    <a:lnTo>
                      <a:pt x="185" y="294"/>
                    </a:lnTo>
                    <a:close/>
                    <a:moveTo>
                      <a:pt x="200" y="294"/>
                    </a:moveTo>
                    <a:cubicBezTo>
                      <a:pt x="192" y="294"/>
                      <a:pt x="192" y="294"/>
                      <a:pt x="192" y="294"/>
                    </a:cubicBezTo>
                    <a:cubicBezTo>
                      <a:pt x="192" y="298"/>
                      <a:pt x="192" y="298"/>
                      <a:pt x="192" y="298"/>
                    </a:cubicBezTo>
                    <a:cubicBezTo>
                      <a:pt x="200" y="298"/>
                      <a:pt x="200" y="298"/>
                      <a:pt x="200" y="298"/>
                    </a:cubicBezTo>
                    <a:lnTo>
                      <a:pt x="200" y="294"/>
                    </a:lnTo>
                    <a:close/>
                    <a:moveTo>
                      <a:pt x="214" y="294"/>
                    </a:moveTo>
                    <a:cubicBezTo>
                      <a:pt x="206" y="294"/>
                      <a:pt x="206" y="294"/>
                      <a:pt x="206" y="294"/>
                    </a:cubicBezTo>
                    <a:cubicBezTo>
                      <a:pt x="206" y="298"/>
                      <a:pt x="206" y="298"/>
                      <a:pt x="206" y="298"/>
                    </a:cubicBezTo>
                    <a:cubicBezTo>
                      <a:pt x="214" y="298"/>
                      <a:pt x="214" y="298"/>
                      <a:pt x="214" y="298"/>
                    </a:cubicBezTo>
                    <a:lnTo>
                      <a:pt x="214" y="294"/>
                    </a:lnTo>
                    <a:close/>
                    <a:moveTo>
                      <a:pt x="228" y="294"/>
                    </a:moveTo>
                    <a:cubicBezTo>
                      <a:pt x="220" y="294"/>
                      <a:pt x="220" y="294"/>
                      <a:pt x="220" y="294"/>
                    </a:cubicBezTo>
                    <a:cubicBezTo>
                      <a:pt x="220" y="298"/>
                      <a:pt x="220" y="298"/>
                      <a:pt x="220" y="298"/>
                    </a:cubicBezTo>
                    <a:cubicBezTo>
                      <a:pt x="228" y="298"/>
                      <a:pt x="228" y="298"/>
                      <a:pt x="228" y="298"/>
                    </a:cubicBezTo>
                    <a:lnTo>
                      <a:pt x="228" y="294"/>
                    </a:lnTo>
                    <a:close/>
                    <a:moveTo>
                      <a:pt x="242" y="294"/>
                    </a:moveTo>
                    <a:cubicBezTo>
                      <a:pt x="234" y="294"/>
                      <a:pt x="234" y="294"/>
                      <a:pt x="234" y="294"/>
                    </a:cubicBezTo>
                    <a:cubicBezTo>
                      <a:pt x="234" y="298"/>
                      <a:pt x="234" y="298"/>
                      <a:pt x="234" y="298"/>
                    </a:cubicBezTo>
                    <a:cubicBezTo>
                      <a:pt x="242" y="298"/>
                      <a:pt x="242" y="298"/>
                      <a:pt x="242" y="298"/>
                    </a:cubicBezTo>
                    <a:lnTo>
                      <a:pt x="242" y="294"/>
                    </a:lnTo>
                    <a:close/>
                    <a:moveTo>
                      <a:pt x="256" y="294"/>
                    </a:moveTo>
                    <a:cubicBezTo>
                      <a:pt x="248" y="294"/>
                      <a:pt x="248" y="294"/>
                      <a:pt x="248" y="294"/>
                    </a:cubicBezTo>
                    <a:cubicBezTo>
                      <a:pt x="248" y="298"/>
                      <a:pt x="248" y="298"/>
                      <a:pt x="248" y="298"/>
                    </a:cubicBezTo>
                    <a:cubicBezTo>
                      <a:pt x="256" y="298"/>
                      <a:pt x="256" y="298"/>
                      <a:pt x="256" y="298"/>
                    </a:cubicBezTo>
                    <a:lnTo>
                      <a:pt x="256" y="294"/>
                    </a:lnTo>
                    <a:close/>
                    <a:moveTo>
                      <a:pt x="270" y="294"/>
                    </a:moveTo>
                    <a:cubicBezTo>
                      <a:pt x="262" y="294"/>
                      <a:pt x="262" y="294"/>
                      <a:pt x="262" y="294"/>
                    </a:cubicBezTo>
                    <a:cubicBezTo>
                      <a:pt x="262" y="298"/>
                      <a:pt x="262" y="298"/>
                      <a:pt x="262" y="298"/>
                    </a:cubicBezTo>
                    <a:cubicBezTo>
                      <a:pt x="270" y="298"/>
                      <a:pt x="270" y="298"/>
                      <a:pt x="270" y="298"/>
                    </a:cubicBezTo>
                    <a:lnTo>
                      <a:pt x="270" y="294"/>
                    </a:lnTo>
                    <a:close/>
                    <a:moveTo>
                      <a:pt x="284" y="294"/>
                    </a:moveTo>
                    <a:cubicBezTo>
                      <a:pt x="276" y="294"/>
                      <a:pt x="276" y="294"/>
                      <a:pt x="276" y="294"/>
                    </a:cubicBezTo>
                    <a:cubicBezTo>
                      <a:pt x="276" y="298"/>
                      <a:pt x="276" y="298"/>
                      <a:pt x="276" y="298"/>
                    </a:cubicBezTo>
                    <a:cubicBezTo>
                      <a:pt x="284" y="298"/>
                      <a:pt x="284" y="298"/>
                      <a:pt x="284" y="298"/>
                    </a:cubicBezTo>
                    <a:lnTo>
                      <a:pt x="284" y="294"/>
                    </a:lnTo>
                    <a:close/>
                    <a:moveTo>
                      <a:pt x="298" y="294"/>
                    </a:moveTo>
                    <a:cubicBezTo>
                      <a:pt x="290" y="294"/>
                      <a:pt x="290" y="294"/>
                      <a:pt x="290" y="294"/>
                    </a:cubicBezTo>
                    <a:cubicBezTo>
                      <a:pt x="290" y="298"/>
                      <a:pt x="290" y="298"/>
                      <a:pt x="290" y="298"/>
                    </a:cubicBezTo>
                    <a:cubicBezTo>
                      <a:pt x="298" y="298"/>
                      <a:pt x="298" y="298"/>
                      <a:pt x="298" y="298"/>
                    </a:cubicBezTo>
                    <a:lnTo>
                      <a:pt x="298" y="294"/>
                    </a:lnTo>
                    <a:close/>
                    <a:moveTo>
                      <a:pt x="312" y="294"/>
                    </a:moveTo>
                    <a:cubicBezTo>
                      <a:pt x="304" y="294"/>
                      <a:pt x="304" y="294"/>
                      <a:pt x="304" y="294"/>
                    </a:cubicBezTo>
                    <a:cubicBezTo>
                      <a:pt x="304" y="298"/>
                      <a:pt x="304" y="298"/>
                      <a:pt x="304" y="298"/>
                    </a:cubicBezTo>
                    <a:cubicBezTo>
                      <a:pt x="312" y="298"/>
                      <a:pt x="312" y="298"/>
                      <a:pt x="312" y="298"/>
                    </a:cubicBezTo>
                    <a:lnTo>
                      <a:pt x="312" y="294"/>
                    </a:lnTo>
                    <a:close/>
                    <a:moveTo>
                      <a:pt x="326" y="294"/>
                    </a:moveTo>
                    <a:cubicBezTo>
                      <a:pt x="318" y="294"/>
                      <a:pt x="318" y="294"/>
                      <a:pt x="318" y="294"/>
                    </a:cubicBezTo>
                    <a:cubicBezTo>
                      <a:pt x="318" y="298"/>
                      <a:pt x="318" y="298"/>
                      <a:pt x="318" y="298"/>
                    </a:cubicBezTo>
                    <a:cubicBezTo>
                      <a:pt x="326" y="298"/>
                      <a:pt x="326" y="298"/>
                      <a:pt x="326" y="298"/>
                    </a:cubicBezTo>
                    <a:lnTo>
                      <a:pt x="326" y="294"/>
                    </a:lnTo>
                    <a:close/>
                    <a:moveTo>
                      <a:pt x="340" y="294"/>
                    </a:moveTo>
                    <a:cubicBezTo>
                      <a:pt x="332" y="294"/>
                      <a:pt x="332" y="294"/>
                      <a:pt x="332" y="294"/>
                    </a:cubicBezTo>
                    <a:cubicBezTo>
                      <a:pt x="332" y="298"/>
                      <a:pt x="332" y="298"/>
                      <a:pt x="332" y="298"/>
                    </a:cubicBezTo>
                    <a:cubicBezTo>
                      <a:pt x="340" y="298"/>
                      <a:pt x="340" y="298"/>
                      <a:pt x="340" y="298"/>
                    </a:cubicBezTo>
                    <a:lnTo>
                      <a:pt x="340" y="294"/>
                    </a:lnTo>
                    <a:close/>
                    <a:moveTo>
                      <a:pt x="354" y="294"/>
                    </a:moveTo>
                    <a:cubicBezTo>
                      <a:pt x="346" y="294"/>
                      <a:pt x="346" y="294"/>
                      <a:pt x="346" y="294"/>
                    </a:cubicBezTo>
                    <a:cubicBezTo>
                      <a:pt x="346" y="298"/>
                      <a:pt x="346" y="298"/>
                      <a:pt x="346" y="298"/>
                    </a:cubicBezTo>
                    <a:cubicBezTo>
                      <a:pt x="354" y="298"/>
                      <a:pt x="354" y="298"/>
                      <a:pt x="354" y="298"/>
                    </a:cubicBezTo>
                    <a:lnTo>
                      <a:pt x="354" y="294"/>
                    </a:lnTo>
                    <a:close/>
                    <a:moveTo>
                      <a:pt x="368" y="294"/>
                    </a:moveTo>
                    <a:cubicBezTo>
                      <a:pt x="360" y="294"/>
                      <a:pt x="360" y="294"/>
                      <a:pt x="360" y="294"/>
                    </a:cubicBezTo>
                    <a:cubicBezTo>
                      <a:pt x="360" y="298"/>
                      <a:pt x="360" y="298"/>
                      <a:pt x="360" y="298"/>
                    </a:cubicBezTo>
                    <a:cubicBezTo>
                      <a:pt x="368" y="298"/>
                      <a:pt x="368" y="298"/>
                      <a:pt x="368" y="298"/>
                    </a:cubicBezTo>
                    <a:lnTo>
                      <a:pt x="368" y="294"/>
                    </a:lnTo>
                    <a:close/>
                    <a:moveTo>
                      <a:pt x="382" y="294"/>
                    </a:moveTo>
                    <a:cubicBezTo>
                      <a:pt x="374" y="294"/>
                      <a:pt x="374" y="294"/>
                      <a:pt x="374" y="294"/>
                    </a:cubicBezTo>
                    <a:cubicBezTo>
                      <a:pt x="374" y="298"/>
                      <a:pt x="374" y="298"/>
                      <a:pt x="374" y="298"/>
                    </a:cubicBezTo>
                    <a:cubicBezTo>
                      <a:pt x="382" y="298"/>
                      <a:pt x="382" y="298"/>
                      <a:pt x="382" y="298"/>
                    </a:cubicBezTo>
                    <a:lnTo>
                      <a:pt x="382" y="294"/>
                    </a:lnTo>
                    <a:close/>
                    <a:moveTo>
                      <a:pt x="396" y="294"/>
                    </a:moveTo>
                    <a:cubicBezTo>
                      <a:pt x="388" y="294"/>
                      <a:pt x="388" y="294"/>
                      <a:pt x="388" y="294"/>
                    </a:cubicBezTo>
                    <a:cubicBezTo>
                      <a:pt x="388" y="298"/>
                      <a:pt x="388" y="298"/>
                      <a:pt x="388" y="298"/>
                    </a:cubicBezTo>
                    <a:cubicBezTo>
                      <a:pt x="396" y="298"/>
                      <a:pt x="396" y="298"/>
                      <a:pt x="396" y="298"/>
                    </a:cubicBezTo>
                    <a:lnTo>
                      <a:pt x="396" y="294"/>
                    </a:lnTo>
                    <a:close/>
                    <a:moveTo>
                      <a:pt x="410" y="294"/>
                    </a:moveTo>
                    <a:cubicBezTo>
                      <a:pt x="402" y="294"/>
                      <a:pt x="402" y="294"/>
                      <a:pt x="402" y="294"/>
                    </a:cubicBezTo>
                    <a:cubicBezTo>
                      <a:pt x="402" y="298"/>
                      <a:pt x="402" y="298"/>
                      <a:pt x="402" y="298"/>
                    </a:cubicBezTo>
                    <a:cubicBezTo>
                      <a:pt x="410" y="298"/>
                      <a:pt x="410" y="298"/>
                      <a:pt x="410" y="298"/>
                    </a:cubicBezTo>
                    <a:lnTo>
                      <a:pt x="410" y="294"/>
                    </a:lnTo>
                    <a:close/>
                    <a:moveTo>
                      <a:pt x="424" y="294"/>
                    </a:moveTo>
                    <a:cubicBezTo>
                      <a:pt x="416" y="294"/>
                      <a:pt x="416" y="294"/>
                      <a:pt x="416" y="294"/>
                    </a:cubicBezTo>
                    <a:cubicBezTo>
                      <a:pt x="416" y="298"/>
                      <a:pt x="416" y="298"/>
                      <a:pt x="416" y="298"/>
                    </a:cubicBezTo>
                    <a:cubicBezTo>
                      <a:pt x="424" y="298"/>
                      <a:pt x="424" y="298"/>
                      <a:pt x="424" y="298"/>
                    </a:cubicBezTo>
                    <a:lnTo>
                      <a:pt x="424" y="294"/>
                    </a:lnTo>
                    <a:close/>
                    <a:moveTo>
                      <a:pt x="438" y="294"/>
                    </a:moveTo>
                    <a:cubicBezTo>
                      <a:pt x="430" y="294"/>
                      <a:pt x="430" y="294"/>
                      <a:pt x="430" y="294"/>
                    </a:cubicBezTo>
                    <a:cubicBezTo>
                      <a:pt x="430" y="298"/>
                      <a:pt x="430" y="298"/>
                      <a:pt x="430" y="298"/>
                    </a:cubicBezTo>
                    <a:cubicBezTo>
                      <a:pt x="438" y="298"/>
                      <a:pt x="438" y="298"/>
                      <a:pt x="438" y="298"/>
                    </a:cubicBezTo>
                    <a:lnTo>
                      <a:pt x="438" y="294"/>
                    </a:lnTo>
                    <a:close/>
                    <a:moveTo>
                      <a:pt x="453" y="294"/>
                    </a:moveTo>
                    <a:cubicBezTo>
                      <a:pt x="444" y="294"/>
                      <a:pt x="444" y="294"/>
                      <a:pt x="444" y="294"/>
                    </a:cubicBezTo>
                    <a:cubicBezTo>
                      <a:pt x="444" y="298"/>
                      <a:pt x="444" y="298"/>
                      <a:pt x="444" y="298"/>
                    </a:cubicBezTo>
                    <a:cubicBezTo>
                      <a:pt x="453" y="298"/>
                      <a:pt x="453" y="298"/>
                      <a:pt x="453" y="298"/>
                    </a:cubicBezTo>
                    <a:lnTo>
                      <a:pt x="453" y="294"/>
                    </a:lnTo>
                    <a:close/>
                    <a:moveTo>
                      <a:pt x="467" y="294"/>
                    </a:moveTo>
                    <a:cubicBezTo>
                      <a:pt x="459" y="294"/>
                      <a:pt x="459" y="294"/>
                      <a:pt x="459" y="294"/>
                    </a:cubicBezTo>
                    <a:cubicBezTo>
                      <a:pt x="459" y="298"/>
                      <a:pt x="459" y="298"/>
                      <a:pt x="459" y="298"/>
                    </a:cubicBezTo>
                    <a:cubicBezTo>
                      <a:pt x="467" y="298"/>
                      <a:pt x="467" y="298"/>
                      <a:pt x="467" y="298"/>
                    </a:cubicBezTo>
                    <a:lnTo>
                      <a:pt x="467" y="294"/>
                    </a:lnTo>
                    <a:close/>
                    <a:moveTo>
                      <a:pt x="481" y="294"/>
                    </a:moveTo>
                    <a:cubicBezTo>
                      <a:pt x="473" y="294"/>
                      <a:pt x="473" y="294"/>
                      <a:pt x="473" y="294"/>
                    </a:cubicBezTo>
                    <a:cubicBezTo>
                      <a:pt x="473" y="298"/>
                      <a:pt x="473" y="298"/>
                      <a:pt x="473" y="298"/>
                    </a:cubicBezTo>
                    <a:cubicBezTo>
                      <a:pt x="481" y="298"/>
                      <a:pt x="481" y="298"/>
                      <a:pt x="481" y="298"/>
                    </a:cubicBezTo>
                    <a:lnTo>
                      <a:pt x="481" y="294"/>
                    </a:lnTo>
                    <a:close/>
                    <a:moveTo>
                      <a:pt x="495" y="294"/>
                    </a:moveTo>
                    <a:cubicBezTo>
                      <a:pt x="487" y="294"/>
                      <a:pt x="487" y="294"/>
                      <a:pt x="487" y="294"/>
                    </a:cubicBezTo>
                    <a:cubicBezTo>
                      <a:pt x="487" y="298"/>
                      <a:pt x="487" y="298"/>
                      <a:pt x="487" y="298"/>
                    </a:cubicBezTo>
                    <a:cubicBezTo>
                      <a:pt x="495" y="298"/>
                      <a:pt x="495" y="298"/>
                      <a:pt x="495" y="298"/>
                    </a:cubicBezTo>
                    <a:lnTo>
                      <a:pt x="495" y="294"/>
                    </a:lnTo>
                    <a:close/>
                    <a:moveTo>
                      <a:pt x="509" y="294"/>
                    </a:moveTo>
                    <a:cubicBezTo>
                      <a:pt x="501" y="294"/>
                      <a:pt x="501" y="294"/>
                      <a:pt x="501" y="294"/>
                    </a:cubicBezTo>
                    <a:cubicBezTo>
                      <a:pt x="501" y="298"/>
                      <a:pt x="501" y="298"/>
                      <a:pt x="501" y="298"/>
                    </a:cubicBezTo>
                    <a:cubicBezTo>
                      <a:pt x="509" y="298"/>
                      <a:pt x="509" y="298"/>
                      <a:pt x="509" y="298"/>
                    </a:cubicBezTo>
                    <a:lnTo>
                      <a:pt x="509" y="294"/>
                    </a:lnTo>
                    <a:close/>
                    <a:moveTo>
                      <a:pt x="523" y="294"/>
                    </a:moveTo>
                    <a:cubicBezTo>
                      <a:pt x="515" y="294"/>
                      <a:pt x="515" y="294"/>
                      <a:pt x="515" y="294"/>
                    </a:cubicBezTo>
                    <a:cubicBezTo>
                      <a:pt x="515" y="298"/>
                      <a:pt x="515" y="298"/>
                      <a:pt x="515" y="298"/>
                    </a:cubicBezTo>
                    <a:cubicBezTo>
                      <a:pt x="523" y="298"/>
                      <a:pt x="523" y="298"/>
                      <a:pt x="523" y="298"/>
                    </a:cubicBezTo>
                    <a:lnTo>
                      <a:pt x="523" y="294"/>
                    </a:lnTo>
                    <a:close/>
                    <a:moveTo>
                      <a:pt x="537" y="294"/>
                    </a:moveTo>
                    <a:cubicBezTo>
                      <a:pt x="529" y="294"/>
                      <a:pt x="529" y="294"/>
                      <a:pt x="529" y="294"/>
                    </a:cubicBezTo>
                    <a:cubicBezTo>
                      <a:pt x="529" y="298"/>
                      <a:pt x="529" y="298"/>
                      <a:pt x="529" y="298"/>
                    </a:cubicBezTo>
                    <a:cubicBezTo>
                      <a:pt x="537" y="298"/>
                      <a:pt x="537" y="298"/>
                      <a:pt x="537" y="298"/>
                    </a:cubicBezTo>
                    <a:lnTo>
                      <a:pt x="537" y="294"/>
                    </a:lnTo>
                    <a:close/>
                    <a:moveTo>
                      <a:pt x="551" y="294"/>
                    </a:moveTo>
                    <a:cubicBezTo>
                      <a:pt x="543" y="294"/>
                      <a:pt x="543" y="294"/>
                      <a:pt x="543" y="294"/>
                    </a:cubicBezTo>
                    <a:cubicBezTo>
                      <a:pt x="543" y="298"/>
                      <a:pt x="543" y="298"/>
                      <a:pt x="543" y="298"/>
                    </a:cubicBezTo>
                    <a:cubicBezTo>
                      <a:pt x="551" y="298"/>
                      <a:pt x="551" y="298"/>
                      <a:pt x="551" y="298"/>
                    </a:cubicBezTo>
                    <a:lnTo>
                      <a:pt x="551" y="294"/>
                    </a:lnTo>
                    <a:close/>
                    <a:moveTo>
                      <a:pt x="565" y="294"/>
                    </a:moveTo>
                    <a:cubicBezTo>
                      <a:pt x="557" y="294"/>
                      <a:pt x="557" y="294"/>
                      <a:pt x="557" y="294"/>
                    </a:cubicBezTo>
                    <a:cubicBezTo>
                      <a:pt x="557" y="298"/>
                      <a:pt x="557" y="298"/>
                      <a:pt x="557" y="298"/>
                    </a:cubicBezTo>
                    <a:cubicBezTo>
                      <a:pt x="565" y="298"/>
                      <a:pt x="565" y="298"/>
                      <a:pt x="565" y="298"/>
                    </a:cubicBezTo>
                    <a:lnTo>
                      <a:pt x="565" y="294"/>
                    </a:lnTo>
                    <a:close/>
                    <a:moveTo>
                      <a:pt x="579" y="294"/>
                    </a:moveTo>
                    <a:cubicBezTo>
                      <a:pt x="571" y="294"/>
                      <a:pt x="571" y="294"/>
                      <a:pt x="571" y="294"/>
                    </a:cubicBezTo>
                    <a:cubicBezTo>
                      <a:pt x="571" y="298"/>
                      <a:pt x="571" y="298"/>
                      <a:pt x="571" y="298"/>
                    </a:cubicBezTo>
                    <a:cubicBezTo>
                      <a:pt x="579" y="298"/>
                      <a:pt x="579" y="298"/>
                      <a:pt x="579" y="298"/>
                    </a:cubicBezTo>
                    <a:lnTo>
                      <a:pt x="579" y="294"/>
                    </a:lnTo>
                    <a:close/>
                    <a:moveTo>
                      <a:pt x="593" y="294"/>
                    </a:moveTo>
                    <a:cubicBezTo>
                      <a:pt x="585" y="294"/>
                      <a:pt x="585" y="294"/>
                      <a:pt x="585" y="294"/>
                    </a:cubicBezTo>
                    <a:cubicBezTo>
                      <a:pt x="585" y="298"/>
                      <a:pt x="585" y="298"/>
                      <a:pt x="585" y="298"/>
                    </a:cubicBezTo>
                    <a:cubicBezTo>
                      <a:pt x="593" y="298"/>
                      <a:pt x="593" y="298"/>
                      <a:pt x="593" y="298"/>
                    </a:cubicBezTo>
                    <a:lnTo>
                      <a:pt x="593" y="294"/>
                    </a:lnTo>
                    <a:close/>
                    <a:moveTo>
                      <a:pt x="607" y="294"/>
                    </a:moveTo>
                    <a:cubicBezTo>
                      <a:pt x="599" y="294"/>
                      <a:pt x="599" y="294"/>
                      <a:pt x="599" y="294"/>
                    </a:cubicBezTo>
                    <a:cubicBezTo>
                      <a:pt x="599" y="298"/>
                      <a:pt x="599" y="298"/>
                      <a:pt x="599" y="298"/>
                    </a:cubicBezTo>
                    <a:cubicBezTo>
                      <a:pt x="607" y="298"/>
                      <a:pt x="607" y="298"/>
                      <a:pt x="607" y="298"/>
                    </a:cubicBezTo>
                    <a:lnTo>
                      <a:pt x="607" y="294"/>
                    </a:lnTo>
                    <a:close/>
                    <a:moveTo>
                      <a:pt x="621" y="294"/>
                    </a:moveTo>
                    <a:cubicBezTo>
                      <a:pt x="613" y="294"/>
                      <a:pt x="613" y="294"/>
                      <a:pt x="613" y="294"/>
                    </a:cubicBezTo>
                    <a:cubicBezTo>
                      <a:pt x="613" y="298"/>
                      <a:pt x="613" y="298"/>
                      <a:pt x="613" y="298"/>
                    </a:cubicBezTo>
                    <a:cubicBezTo>
                      <a:pt x="621" y="298"/>
                      <a:pt x="621" y="298"/>
                      <a:pt x="621" y="298"/>
                    </a:cubicBezTo>
                    <a:lnTo>
                      <a:pt x="621" y="294"/>
                    </a:lnTo>
                    <a:close/>
                    <a:moveTo>
                      <a:pt x="635" y="294"/>
                    </a:moveTo>
                    <a:cubicBezTo>
                      <a:pt x="627" y="294"/>
                      <a:pt x="627" y="294"/>
                      <a:pt x="627" y="294"/>
                    </a:cubicBezTo>
                    <a:cubicBezTo>
                      <a:pt x="627" y="298"/>
                      <a:pt x="627" y="298"/>
                      <a:pt x="627" y="298"/>
                    </a:cubicBezTo>
                    <a:cubicBezTo>
                      <a:pt x="635" y="298"/>
                      <a:pt x="635" y="298"/>
                      <a:pt x="635" y="298"/>
                    </a:cubicBezTo>
                    <a:lnTo>
                      <a:pt x="635" y="294"/>
                    </a:lnTo>
                    <a:close/>
                    <a:moveTo>
                      <a:pt x="649" y="294"/>
                    </a:moveTo>
                    <a:cubicBezTo>
                      <a:pt x="641" y="294"/>
                      <a:pt x="641" y="294"/>
                      <a:pt x="641" y="294"/>
                    </a:cubicBezTo>
                    <a:cubicBezTo>
                      <a:pt x="641" y="298"/>
                      <a:pt x="641" y="298"/>
                      <a:pt x="641" y="298"/>
                    </a:cubicBezTo>
                    <a:cubicBezTo>
                      <a:pt x="649" y="298"/>
                      <a:pt x="649" y="298"/>
                      <a:pt x="649" y="298"/>
                    </a:cubicBezTo>
                    <a:lnTo>
                      <a:pt x="649" y="294"/>
                    </a:lnTo>
                    <a:close/>
                    <a:moveTo>
                      <a:pt x="663" y="294"/>
                    </a:moveTo>
                    <a:cubicBezTo>
                      <a:pt x="655" y="294"/>
                      <a:pt x="655" y="294"/>
                      <a:pt x="655" y="294"/>
                    </a:cubicBezTo>
                    <a:cubicBezTo>
                      <a:pt x="655" y="298"/>
                      <a:pt x="655" y="298"/>
                      <a:pt x="655" y="298"/>
                    </a:cubicBezTo>
                    <a:cubicBezTo>
                      <a:pt x="663" y="298"/>
                      <a:pt x="663" y="298"/>
                      <a:pt x="663" y="298"/>
                    </a:cubicBezTo>
                    <a:lnTo>
                      <a:pt x="663" y="294"/>
                    </a:lnTo>
                    <a:close/>
                    <a:moveTo>
                      <a:pt x="677" y="294"/>
                    </a:moveTo>
                    <a:cubicBezTo>
                      <a:pt x="669" y="294"/>
                      <a:pt x="669" y="294"/>
                      <a:pt x="669" y="294"/>
                    </a:cubicBezTo>
                    <a:cubicBezTo>
                      <a:pt x="669" y="298"/>
                      <a:pt x="669" y="298"/>
                      <a:pt x="669" y="298"/>
                    </a:cubicBezTo>
                    <a:cubicBezTo>
                      <a:pt x="677" y="298"/>
                      <a:pt x="677" y="298"/>
                      <a:pt x="677" y="298"/>
                    </a:cubicBezTo>
                    <a:lnTo>
                      <a:pt x="677" y="294"/>
                    </a:lnTo>
                    <a:close/>
                    <a:moveTo>
                      <a:pt x="691" y="294"/>
                    </a:moveTo>
                    <a:cubicBezTo>
                      <a:pt x="683" y="294"/>
                      <a:pt x="683" y="294"/>
                      <a:pt x="683" y="294"/>
                    </a:cubicBezTo>
                    <a:cubicBezTo>
                      <a:pt x="683" y="298"/>
                      <a:pt x="683" y="298"/>
                      <a:pt x="683" y="298"/>
                    </a:cubicBezTo>
                    <a:cubicBezTo>
                      <a:pt x="691" y="298"/>
                      <a:pt x="691" y="298"/>
                      <a:pt x="691" y="298"/>
                    </a:cubicBezTo>
                    <a:lnTo>
                      <a:pt x="691" y="294"/>
                    </a:lnTo>
                    <a:close/>
                    <a:moveTo>
                      <a:pt x="705" y="294"/>
                    </a:moveTo>
                    <a:cubicBezTo>
                      <a:pt x="697" y="294"/>
                      <a:pt x="697" y="294"/>
                      <a:pt x="697" y="294"/>
                    </a:cubicBezTo>
                    <a:cubicBezTo>
                      <a:pt x="697" y="298"/>
                      <a:pt x="697" y="298"/>
                      <a:pt x="697" y="298"/>
                    </a:cubicBezTo>
                    <a:cubicBezTo>
                      <a:pt x="705" y="298"/>
                      <a:pt x="705" y="298"/>
                      <a:pt x="705" y="298"/>
                    </a:cubicBezTo>
                    <a:lnTo>
                      <a:pt x="705" y="294"/>
                    </a:lnTo>
                    <a:close/>
                    <a:moveTo>
                      <a:pt x="720" y="294"/>
                    </a:moveTo>
                    <a:cubicBezTo>
                      <a:pt x="711" y="294"/>
                      <a:pt x="711" y="294"/>
                      <a:pt x="711" y="294"/>
                    </a:cubicBezTo>
                    <a:cubicBezTo>
                      <a:pt x="711" y="298"/>
                      <a:pt x="711" y="298"/>
                      <a:pt x="711" y="298"/>
                    </a:cubicBezTo>
                    <a:cubicBezTo>
                      <a:pt x="720" y="298"/>
                      <a:pt x="720" y="298"/>
                      <a:pt x="720" y="298"/>
                    </a:cubicBezTo>
                    <a:lnTo>
                      <a:pt x="720" y="29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15" name="Rectangle 11">
                <a:extLst>
                  <a:ext uri="{FF2B5EF4-FFF2-40B4-BE49-F238E27FC236}">
                    <a16:creationId xmlns:a16="http://schemas.microsoft.com/office/drawing/2014/main" id="{5F2410A1-2122-4EC3-8B5B-64CD59192B31}"/>
                  </a:ext>
                </a:extLst>
              </p:cNvPr>
              <p:cNvSpPr>
                <a:spLocks noChangeArrowheads="1"/>
              </p:cNvSpPr>
              <p:nvPr/>
            </p:nvSpPr>
            <p:spPr bwMode="auto">
              <a:xfrm>
                <a:off x="6616700" y="2290763"/>
                <a:ext cx="20638" cy="22225"/>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sp>
            <p:nvSpPr>
              <p:cNvPr id="16" name="Freeform 12">
                <a:extLst>
                  <a:ext uri="{FF2B5EF4-FFF2-40B4-BE49-F238E27FC236}">
                    <a16:creationId xmlns:a16="http://schemas.microsoft.com/office/drawing/2014/main" id="{6B6E28DC-5546-40D5-99DA-D8740017F8CA}"/>
                  </a:ext>
                </a:extLst>
              </p:cNvPr>
              <p:cNvSpPr>
                <a:spLocks/>
              </p:cNvSpPr>
              <p:nvPr/>
            </p:nvSpPr>
            <p:spPr bwMode="auto">
              <a:xfrm>
                <a:off x="6616700" y="2290763"/>
                <a:ext cx="20638" cy="22225"/>
              </a:xfrm>
              <a:custGeom>
                <a:avLst/>
                <a:gdLst>
                  <a:gd name="T0" fmla="*/ 0 w 13"/>
                  <a:gd name="T1" fmla="*/ 14 h 14"/>
                  <a:gd name="T2" fmla="*/ 13 w 13"/>
                  <a:gd name="T3" fmla="*/ 14 h 14"/>
                  <a:gd name="T4" fmla="*/ 13 w 13"/>
                  <a:gd name="T5" fmla="*/ 0 h 14"/>
                  <a:gd name="T6" fmla="*/ 0 w 13"/>
                  <a:gd name="T7" fmla="*/ 0 h 14"/>
                </a:gdLst>
                <a:ahLst/>
                <a:cxnLst>
                  <a:cxn ang="0">
                    <a:pos x="T0" y="T1"/>
                  </a:cxn>
                  <a:cxn ang="0">
                    <a:pos x="T2" y="T3"/>
                  </a:cxn>
                  <a:cxn ang="0">
                    <a:pos x="T4" y="T5"/>
                  </a:cxn>
                  <a:cxn ang="0">
                    <a:pos x="T6" y="T7"/>
                  </a:cxn>
                </a:cxnLst>
                <a:rect l="0" t="0" r="r" b="b"/>
                <a:pathLst>
                  <a:path w="13" h="14">
                    <a:moveTo>
                      <a:pt x="0" y="14"/>
                    </a:moveTo>
                    <a:lnTo>
                      <a:pt x="13" y="14"/>
                    </a:lnTo>
                    <a:lnTo>
                      <a:pt x="13" y="0"/>
                    </a:lnTo>
                    <a:lnTo>
                      <a:pt x="0" y="0"/>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Futura Std Medium" panose="020B0502020204020303" pitchFamily="34" charset="0"/>
                </a:endParaRPr>
              </a:p>
            </p:txBody>
          </p:sp>
        </p:grpSp>
        <p:sp>
          <p:nvSpPr>
            <p:cNvPr id="10" name="Rectangle 9">
              <a:extLst>
                <a:ext uri="{FF2B5EF4-FFF2-40B4-BE49-F238E27FC236}">
                  <a16:creationId xmlns:a16="http://schemas.microsoft.com/office/drawing/2014/main" id="{E2092ABC-F4BB-4CFC-B198-71DF9E965974}"/>
                </a:ext>
              </a:extLst>
            </p:cNvPr>
            <p:cNvSpPr/>
            <p:nvPr/>
          </p:nvSpPr>
          <p:spPr>
            <a:xfrm>
              <a:off x="3251452" y="2682815"/>
              <a:ext cx="2101167" cy="800219"/>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100" b="0" i="0" u="none" strike="noStrike" kern="0" cap="none" spc="200" normalizeH="0" baseline="0" noProof="0" dirty="0">
                  <a:ln>
                    <a:noFill/>
                  </a:ln>
                  <a:solidFill>
                    <a:srgbClr val="FFFFFF"/>
                  </a:solidFill>
                  <a:effectLst/>
                  <a:uLnTx/>
                  <a:uFillTx/>
                  <a:latin typeface="Futura Std Medium" panose="020B0502020204020303" pitchFamily="34" charset="0"/>
                  <a:ea typeface="Open Sans Extrabold" panose="020B0906030804020204" pitchFamily="34" charset="0"/>
                  <a:cs typeface="Open Sans Extrabold" panose="020B0906030804020204" pitchFamily="34" charset="0"/>
                </a:rPr>
                <a:t>ASANTE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500" b="0" i="0" u="none" strike="noStrike" kern="0" cap="none" spc="200" normalizeH="0" baseline="0" noProof="0" dirty="0">
                  <a:ln>
                    <a:noFill/>
                  </a:ln>
                  <a:solidFill>
                    <a:srgbClr val="FFFFFF"/>
                  </a:solidFill>
                  <a:effectLst/>
                  <a:uLnTx/>
                  <a:uFillTx/>
                  <a:latin typeface="Futura Std Medium" panose="020B0502020204020303" pitchFamily="34" charset="0"/>
                  <a:ea typeface="Open Sans Semibold" panose="020B0706030804020204" pitchFamily="34" charset="0"/>
                  <a:cs typeface="Open Sans Semibold" panose="020B0706030804020204" pitchFamily="34" charset="0"/>
                </a:rPr>
                <a:t> SANA</a:t>
              </a:r>
            </a:p>
          </p:txBody>
        </p:sp>
        <p:sp>
          <p:nvSpPr>
            <p:cNvPr id="11" name="Rectangle 10">
              <a:extLst>
                <a:ext uri="{FF2B5EF4-FFF2-40B4-BE49-F238E27FC236}">
                  <a16:creationId xmlns:a16="http://schemas.microsoft.com/office/drawing/2014/main" id="{C6896FF7-6A4D-458D-B9D5-0A1370908F68}"/>
                </a:ext>
              </a:extLst>
            </p:cNvPr>
            <p:cNvSpPr/>
            <p:nvPr/>
          </p:nvSpPr>
          <p:spPr>
            <a:xfrm>
              <a:off x="6488505" y="2720317"/>
              <a:ext cx="2450582" cy="477054"/>
            </a:xfrm>
            <a:prstGeom prst="rect">
              <a:avLst/>
            </a:prstGeom>
          </p:spPr>
          <p:txBody>
            <a:bodyPr wrap="square">
              <a:spAutoFit/>
            </a:bodyPr>
            <a:lstStyle/>
            <a:p>
              <a:pPr marL="0" marR="0" lvl="0" indent="0" algn="ctr" defTabSz="914400" eaLnBrk="1" fontAlgn="auto" latinLnBrk="0" hangingPunct="1">
                <a:lnSpc>
                  <a:spcPts val="3000"/>
                </a:lnSpc>
                <a:spcBef>
                  <a:spcPts val="0"/>
                </a:spcBef>
                <a:spcAft>
                  <a:spcPts val="0"/>
                </a:spcAft>
                <a:buClrTx/>
                <a:buSzTx/>
                <a:buFontTx/>
                <a:buNone/>
                <a:tabLst/>
                <a:defRPr/>
              </a:pPr>
              <a:r>
                <a:rPr kumimoji="0" lang="en-US" sz="3000" b="0" i="0" u="none" strike="noStrike" kern="0" cap="none" spc="0" normalizeH="0" baseline="0" noProof="0" dirty="0">
                  <a:ln>
                    <a:noFill/>
                  </a:ln>
                  <a:solidFill>
                    <a:srgbClr val="009E72">
                      <a:lumMod val="75000"/>
                    </a:srgbClr>
                  </a:solidFill>
                  <a:effectLst/>
                  <a:uLnTx/>
                  <a:uFillTx/>
                  <a:latin typeface="Futura Std Medium" panose="020B0502020204020303" pitchFamily="34" charset="0"/>
                  <a:ea typeface="Open Sans Extrabold" panose="020B0906030804020204" pitchFamily="34" charset="0"/>
                  <a:cs typeface="Open Sans Extrabold" panose="020B0906030804020204" pitchFamily="34" charset="0"/>
                </a:rPr>
                <a:t>Awa’ di </a:t>
              </a:r>
              <a:r>
                <a:rPr kumimoji="0" lang="en-US" sz="3000" b="0" i="0" u="none" strike="noStrike" kern="0" cap="none" spc="0" normalizeH="0" baseline="0" noProof="0" dirty="0" err="1">
                  <a:ln>
                    <a:noFill/>
                  </a:ln>
                  <a:solidFill>
                    <a:srgbClr val="009E72">
                      <a:lumMod val="75000"/>
                    </a:srgbClr>
                  </a:solidFill>
                  <a:effectLst/>
                  <a:uLnTx/>
                  <a:uFillTx/>
                  <a:latin typeface="Futura Std Medium" panose="020B0502020204020303" pitchFamily="34" charset="0"/>
                  <a:ea typeface="Open Sans Extrabold" panose="020B0906030804020204" pitchFamily="34" charset="0"/>
                  <a:cs typeface="Open Sans Extrabold" panose="020B0906030804020204" pitchFamily="34" charset="0"/>
                </a:rPr>
                <a:t>fo</a:t>
              </a:r>
              <a:endParaRPr kumimoji="0" lang="en-US" sz="3000" b="0" i="0" u="none" strike="noStrike" kern="0" cap="none" spc="0" normalizeH="0" baseline="0" noProof="0" dirty="0">
                <a:ln>
                  <a:noFill/>
                </a:ln>
                <a:solidFill>
                  <a:srgbClr val="009E72">
                    <a:lumMod val="75000"/>
                  </a:srgbClr>
                </a:solidFill>
                <a:effectLst/>
                <a:uLnTx/>
                <a:uFillTx/>
                <a:latin typeface="Futura Std Medium" panose="020B0502020204020303" pitchFamily="34" charset="0"/>
                <a:ea typeface="Open Sans Extrabold" panose="020B0906030804020204" pitchFamily="34" charset="0"/>
                <a:cs typeface="Open Sans Extrabold" panose="020B0906030804020204" pitchFamily="34" charset="0"/>
              </a:endParaRPr>
            </a:p>
          </p:txBody>
        </p:sp>
      </p:grpSp>
    </p:spTree>
    <p:extLst>
      <p:ext uri="{BB962C8B-B14F-4D97-AF65-F5344CB8AC3E}">
        <p14:creationId xmlns:p14="http://schemas.microsoft.com/office/powerpoint/2010/main" val="6748586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69408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57390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34060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5535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0310422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27411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248541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35105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32774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45766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7AF147B-133A-41E4-81F4-DE1F817C237E}"/>
              </a:ext>
            </a:extLst>
          </p:cNvPr>
          <p:cNvGrpSpPr/>
          <p:nvPr userDrawn="1"/>
        </p:nvGrpSpPr>
        <p:grpSpPr>
          <a:xfrm>
            <a:off x="246323" y="5736576"/>
            <a:ext cx="11804650" cy="941695"/>
            <a:chOff x="246323" y="5736576"/>
            <a:chExt cx="11804650" cy="941695"/>
          </a:xfrm>
        </p:grpSpPr>
        <p:pic>
          <p:nvPicPr>
            <p:cNvPr id="7" name="Picture 6">
              <a:extLst>
                <a:ext uri="{FF2B5EF4-FFF2-40B4-BE49-F238E27FC236}">
                  <a16:creationId xmlns:a16="http://schemas.microsoft.com/office/drawing/2014/main" id="{AB043EC8-DDC2-4CDC-859D-4FB9535BA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323" y="5970356"/>
              <a:ext cx="1649048" cy="648806"/>
            </a:xfrm>
            <a:prstGeom prst="rect">
              <a:avLst/>
            </a:prstGeom>
          </p:spPr>
        </p:pic>
        <p:pic>
          <p:nvPicPr>
            <p:cNvPr id="8" name="Picture 7">
              <a:extLst>
                <a:ext uri="{FF2B5EF4-FFF2-40B4-BE49-F238E27FC236}">
                  <a16:creationId xmlns:a16="http://schemas.microsoft.com/office/drawing/2014/main" id="{A6CFB127-BF13-4993-A166-6DADC3FCB19F}"/>
                </a:ext>
              </a:extLst>
            </p:cNvPr>
            <p:cNvPicPr>
              <a:picLocks noChangeAspect="1"/>
            </p:cNvPicPr>
            <p:nvPr userDrawn="1"/>
          </p:nvPicPr>
          <p:blipFill>
            <a:blip r:embed="rId3"/>
            <a:stretch>
              <a:fillRect/>
            </a:stretch>
          </p:blipFill>
          <p:spPr>
            <a:xfrm>
              <a:off x="11109278" y="5736576"/>
              <a:ext cx="941695" cy="941695"/>
            </a:xfrm>
            <a:prstGeom prst="rect">
              <a:avLst/>
            </a:prstGeom>
          </p:spPr>
        </p:pic>
        <p:cxnSp>
          <p:nvCxnSpPr>
            <p:cNvPr id="9" name="Straight Connector 8">
              <a:extLst>
                <a:ext uri="{FF2B5EF4-FFF2-40B4-BE49-F238E27FC236}">
                  <a16:creationId xmlns:a16="http://schemas.microsoft.com/office/drawing/2014/main" id="{68E5C8C9-349D-4AF9-A470-EB8063051F1B}"/>
                </a:ext>
              </a:extLst>
            </p:cNvPr>
            <p:cNvCxnSpPr>
              <a:cxnSpLocks/>
            </p:cNvCxnSpPr>
            <p:nvPr userDrawn="1"/>
          </p:nvCxnSpPr>
          <p:spPr>
            <a:xfrm>
              <a:off x="2129051" y="6425791"/>
              <a:ext cx="9007523" cy="1"/>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89057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theme" Target="../theme/theme2.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40184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50" r:id="rId14"/>
    <p:sldLayoutId id="2147483651" r:id="rId15"/>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32189420"/>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1.png"/><Relationship Id="rId5" Type="http://schemas.microsoft.com/office/2007/relationships/hdphoto" Target="../media/hdphoto3.wdp"/><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9.png"/><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9811FE-67B8-4FF6-851B-44CDF8B628C2}"/>
              </a:ext>
            </a:extLst>
          </p:cNvPr>
          <p:cNvSpPr txBox="1"/>
          <p:nvPr/>
        </p:nvSpPr>
        <p:spPr>
          <a:xfrm>
            <a:off x="0" y="379806"/>
            <a:ext cx="7018922" cy="3013838"/>
          </a:xfrm>
          <a:prstGeom prst="rect">
            <a:avLst/>
          </a:prstGeom>
          <a:noFill/>
          <a:effectLst/>
        </p:spPr>
        <p:txBody>
          <a:bodyPr wrap="square" rtlCol="0">
            <a:spAutoFit/>
          </a:bodyPr>
          <a:lstStyle/>
          <a:p>
            <a:pPr algn="ctr">
              <a:lnSpc>
                <a:spcPct val="150000"/>
              </a:lnSpc>
            </a:pPr>
            <a:r>
              <a:rPr lang="en-US" sz="4400" b="1" dirty="0">
                <a:ln w="13462">
                  <a:solidFill>
                    <a:schemeClr val="bg1"/>
                  </a:solidFill>
                  <a:prstDash val="solid"/>
                </a:ln>
                <a:solidFill>
                  <a:srgbClr val="002060"/>
                </a:solidFill>
                <a:effectLst>
                  <a:outerShdw dist="38100" dir="2700000" algn="bl" rotWithShape="0">
                    <a:schemeClr val="accent5"/>
                  </a:outerShdw>
                </a:effectLst>
                <a:latin typeface="Arial" panose="020B0604020202020204" pitchFamily="34" charset="0"/>
                <a:cs typeface="Arial" panose="020B0604020202020204" pitchFamily="34" charset="0"/>
                <a:sym typeface="Poppins"/>
                <a:rtl val="0"/>
              </a:rPr>
              <a:t>Serving Beyond Borders: My Experience with RICE West Nile, Uganda</a:t>
            </a:r>
          </a:p>
        </p:txBody>
      </p:sp>
      <p:sp>
        <p:nvSpPr>
          <p:cNvPr id="10" name="TextBox 9">
            <a:extLst>
              <a:ext uri="{FF2B5EF4-FFF2-40B4-BE49-F238E27FC236}">
                <a16:creationId xmlns:a16="http://schemas.microsoft.com/office/drawing/2014/main" id="{004FE57F-20C9-4A81-97DE-6D9B443E9A4D}"/>
              </a:ext>
            </a:extLst>
          </p:cNvPr>
          <p:cNvSpPr txBox="1"/>
          <p:nvPr/>
        </p:nvSpPr>
        <p:spPr>
          <a:xfrm>
            <a:off x="0" y="3646268"/>
            <a:ext cx="1908310" cy="830997"/>
          </a:xfrm>
          <a:prstGeom prst="rect">
            <a:avLst/>
          </a:prstGeom>
          <a:noFill/>
        </p:spPr>
        <p:txBody>
          <a:bodyPr wrap="square">
            <a:spAutoFit/>
          </a:bodyPr>
          <a:lstStyle/>
          <a:p>
            <a:pPr algn="ctr"/>
            <a:r>
              <a:rPr lang="en-US" sz="2400" dirty="0">
                <a:solidFill>
                  <a:srgbClr val="002060"/>
                </a:solidFill>
                <a:latin typeface="Arial" panose="020B0604020202020204" pitchFamily="34" charset="0"/>
                <a:cs typeface="Arial" panose="020B0604020202020204" pitchFamily="34" charset="0"/>
                <a:sym typeface="Poppins"/>
                <a:rtl val="0"/>
              </a:rPr>
              <a:t>Presented by</a:t>
            </a:r>
          </a:p>
        </p:txBody>
      </p:sp>
      <p:sp>
        <p:nvSpPr>
          <p:cNvPr id="11" name="Rectangle 10">
            <a:extLst>
              <a:ext uri="{FF2B5EF4-FFF2-40B4-BE49-F238E27FC236}">
                <a16:creationId xmlns:a16="http://schemas.microsoft.com/office/drawing/2014/main" id="{8BAD640D-F164-4CFC-B2E0-117190AFEBF7}"/>
              </a:ext>
            </a:extLst>
          </p:cNvPr>
          <p:cNvSpPr/>
          <p:nvPr/>
        </p:nvSpPr>
        <p:spPr>
          <a:xfrm>
            <a:off x="0" y="6648127"/>
            <a:ext cx="12192000" cy="223521"/>
          </a:xfrm>
          <a:prstGeom prst="rect">
            <a:avLst/>
          </a:prstGeom>
          <a:solidFill>
            <a:srgbClr val="0076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19" name="Rectangle 18">
            <a:extLst>
              <a:ext uri="{FF2B5EF4-FFF2-40B4-BE49-F238E27FC236}">
                <a16:creationId xmlns:a16="http://schemas.microsoft.com/office/drawing/2014/main" id="{25AB6EAF-2106-4A08-B7E4-C156CE87768E}"/>
              </a:ext>
            </a:extLst>
          </p:cNvPr>
          <p:cNvSpPr/>
          <p:nvPr/>
        </p:nvSpPr>
        <p:spPr>
          <a:xfrm>
            <a:off x="0" y="0"/>
            <a:ext cx="7018922" cy="223521"/>
          </a:xfrm>
          <a:prstGeom prst="rect">
            <a:avLst/>
          </a:prstGeom>
          <a:solidFill>
            <a:srgbClr val="0076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20" name="Rectangle 19">
            <a:extLst>
              <a:ext uri="{FF2B5EF4-FFF2-40B4-BE49-F238E27FC236}">
                <a16:creationId xmlns:a16="http://schemas.microsoft.com/office/drawing/2014/main" id="{139F5FBD-9259-44F5-BCCB-F0B91EAED5AE}"/>
              </a:ext>
            </a:extLst>
          </p:cNvPr>
          <p:cNvSpPr/>
          <p:nvPr/>
        </p:nvSpPr>
        <p:spPr>
          <a:xfrm>
            <a:off x="6985806" y="28004"/>
            <a:ext cx="5206193" cy="6648127"/>
          </a:xfrm>
          <a:prstGeom prst="rect">
            <a:avLst/>
          </a:prstGeom>
          <a:noFill/>
          <a:ln w="76200">
            <a:solidFill>
              <a:srgbClr val="007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22" name="Rectangle: Rounded Corners 21">
            <a:extLst>
              <a:ext uri="{FF2B5EF4-FFF2-40B4-BE49-F238E27FC236}">
                <a16:creationId xmlns:a16="http://schemas.microsoft.com/office/drawing/2014/main" id="{2E2AEBA3-D4D7-402D-8E49-5E7A06D740B2}"/>
              </a:ext>
            </a:extLst>
          </p:cNvPr>
          <p:cNvSpPr/>
          <p:nvPr/>
        </p:nvSpPr>
        <p:spPr>
          <a:xfrm>
            <a:off x="1816465" y="3621424"/>
            <a:ext cx="4701312" cy="978057"/>
          </a:xfrm>
          <a:prstGeom prst="roundRect">
            <a:avLst/>
          </a:prstGeom>
          <a:solidFill>
            <a:schemeClr val="bg1">
              <a:lumMod val="95000"/>
            </a:schemeClr>
          </a:solidFill>
          <a:ln w="3175">
            <a:solidFill>
              <a:srgbClr val="0076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21" name="TextBox 20">
            <a:extLst>
              <a:ext uri="{FF2B5EF4-FFF2-40B4-BE49-F238E27FC236}">
                <a16:creationId xmlns:a16="http://schemas.microsoft.com/office/drawing/2014/main" id="{0840C2E2-1CC7-4AF9-B8EC-37F39A6A6A85}"/>
              </a:ext>
            </a:extLst>
          </p:cNvPr>
          <p:cNvSpPr txBox="1"/>
          <p:nvPr/>
        </p:nvSpPr>
        <p:spPr>
          <a:xfrm>
            <a:off x="1497685" y="3639305"/>
            <a:ext cx="5318498" cy="892552"/>
          </a:xfrm>
          <a:prstGeom prst="rect">
            <a:avLst/>
          </a:prstGeom>
          <a:noFill/>
        </p:spPr>
        <p:txBody>
          <a:bodyPr wrap="square" rtlCol="0">
            <a:spAutoFit/>
          </a:bodyPr>
          <a:lstStyle/>
          <a:p>
            <a:pPr algn="ctr"/>
            <a:r>
              <a:rPr lang="en-US" sz="2800" b="1" dirty="0">
                <a:solidFill>
                  <a:srgbClr val="002060"/>
                </a:solidFill>
                <a:latin typeface="Arial" panose="020B0604020202020204" pitchFamily="34" charset="0"/>
                <a:cs typeface="Arial" panose="020B0604020202020204" pitchFamily="34" charset="0"/>
                <a:sym typeface="Poppins"/>
                <a:rtl val="0"/>
              </a:rPr>
              <a:t>Akpan, Emmanuel Effiong</a:t>
            </a:r>
          </a:p>
          <a:p>
            <a:pPr algn="ctr"/>
            <a:r>
              <a:rPr lang="en-US" sz="2400" dirty="0">
                <a:solidFill>
                  <a:srgbClr val="002060"/>
                </a:solidFill>
                <a:latin typeface="Arial" panose="020B0604020202020204" pitchFamily="34" charset="0"/>
                <a:cs typeface="Arial" panose="020B0604020202020204" pitchFamily="34" charset="0"/>
                <a:sym typeface="Poppins"/>
                <a:rtl val="0"/>
              </a:rPr>
              <a:t>(IT Support Assistant)</a:t>
            </a:r>
          </a:p>
        </p:txBody>
      </p:sp>
      <p:pic>
        <p:nvPicPr>
          <p:cNvPr id="8" name="Picture 7">
            <a:extLst>
              <a:ext uri="{FF2B5EF4-FFF2-40B4-BE49-F238E27FC236}">
                <a16:creationId xmlns:a16="http://schemas.microsoft.com/office/drawing/2014/main" id="{482FF444-6E4D-41E2-9C77-58E9155CCD58}"/>
              </a:ext>
            </a:extLst>
          </p:cNvPr>
          <p:cNvPicPr>
            <a:picLocks noChangeAspect="1"/>
          </p:cNvPicPr>
          <p:nvPr/>
        </p:nvPicPr>
        <p:blipFill rotWithShape="1">
          <a:blip r:embed="rId2"/>
          <a:srcRect l="14992" t="6651" r="5008" b="7211"/>
          <a:stretch/>
        </p:blipFill>
        <p:spPr>
          <a:xfrm>
            <a:off x="7672507" y="209873"/>
            <a:ext cx="4093941" cy="6438253"/>
          </a:xfrm>
          <a:prstGeom prst="rect">
            <a:avLst/>
          </a:prstGeom>
        </p:spPr>
      </p:pic>
      <p:sp>
        <p:nvSpPr>
          <p:cNvPr id="3" name="Isosceles Triangle 2">
            <a:extLst>
              <a:ext uri="{FF2B5EF4-FFF2-40B4-BE49-F238E27FC236}">
                <a16:creationId xmlns:a16="http://schemas.microsoft.com/office/drawing/2014/main" id="{E46D76E1-A46F-4791-BAC6-592E69F0A4C5}"/>
              </a:ext>
            </a:extLst>
          </p:cNvPr>
          <p:cNvSpPr/>
          <p:nvPr/>
        </p:nvSpPr>
        <p:spPr>
          <a:xfrm rot="19478028">
            <a:off x="6801235" y="5756"/>
            <a:ext cx="692168" cy="365847"/>
          </a:xfrm>
          <a:custGeom>
            <a:avLst/>
            <a:gdLst>
              <a:gd name="connsiteX0" fmla="*/ 0 w 583399"/>
              <a:gd name="connsiteY0" fmla="*/ 541006 h 541006"/>
              <a:gd name="connsiteX1" fmla="*/ 291700 w 583399"/>
              <a:gd name="connsiteY1" fmla="*/ 0 h 541006"/>
              <a:gd name="connsiteX2" fmla="*/ 583399 w 583399"/>
              <a:gd name="connsiteY2" fmla="*/ 541006 h 541006"/>
              <a:gd name="connsiteX3" fmla="*/ 0 w 583399"/>
              <a:gd name="connsiteY3" fmla="*/ 541006 h 541006"/>
              <a:gd name="connsiteX0" fmla="*/ 0 w 630511"/>
              <a:gd name="connsiteY0" fmla="*/ 541006 h 541006"/>
              <a:gd name="connsiteX1" fmla="*/ 291700 w 630511"/>
              <a:gd name="connsiteY1" fmla="*/ 0 h 541006"/>
              <a:gd name="connsiteX2" fmla="*/ 630511 w 630511"/>
              <a:gd name="connsiteY2" fmla="*/ 274373 h 541006"/>
              <a:gd name="connsiteX3" fmla="*/ 0 w 630511"/>
              <a:gd name="connsiteY3" fmla="*/ 541006 h 541006"/>
              <a:gd name="connsiteX0" fmla="*/ 0 w 622031"/>
              <a:gd name="connsiteY0" fmla="*/ 373301 h 373301"/>
              <a:gd name="connsiteX1" fmla="*/ 283220 w 622031"/>
              <a:gd name="connsiteY1" fmla="*/ 0 h 373301"/>
              <a:gd name="connsiteX2" fmla="*/ 622031 w 622031"/>
              <a:gd name="connsiteY2" fmla="*/ 274373 h 373301"/>
              <a:gd name="connsiteX3" fmla="*/ 0 w 622031"/>
              <a:gd name="connsiteY3" fmla="*/ 373301 h 373301"/>
              <a:gd name="connsiteX0" fmla="*/ 0 w 681666"/>
              <a:gd name="connsiteY0" fmla="*/ 373301 h 373301"/>
              <a:gd name="connsiteX1" fmla="*/ 283220 w 681666"/>
              <a:gd name="connsiteY1" fmla="*/ 0 h 373301"/>
              <a:gd name="connsiteX2" fmla="*/ 681666 w 681666"/>
              <a:gd name="connsiteY2" fmla="*/ 190355 h 373301"/>
              <a:gd name="connsiteX3" fmla="*/ 0 w 681666"/>
              <a:gd name="connsiteY3" fmla="*/ 373301 h 373301"/>
              <a:gd name="connsiteX0" fmla="*/ 0 w 692168"/>
              <a:gd name="connsiteY0" fmla="*/ 365847 h 365847"/>
              <a:gd name="connsiteX1" fmla="*/ 293722 w 692168"/>
              <a:gd name="connsiteY1" fmla="*/ 0 h 365847"/>
              <a:gd name="connsiteX2" fmla="*/ 692168 w 692168"/>
              <a:gd name="connsiteY2" fmla="*/ 190355 h 365847"/>
              <a:gd name="connsiteX3" fmla="*/ 0 w 692168"/>
              <a:gd name="connsiteY3" fmla="*/ 365847 h 365847"/>
            </a:gdLst>
            <a:ahLst/>
            <a:cxnLst>
              <a:cxn ang="0">
                <a:pos x="connsiteX0" y="connsiteY0"/>
              </a:cxn>
              <a:cxn ang="0">
                <a:pos x="connsiteX1" y="connsiteY1"/>
              </a:cxn>
              <a:cxn ang="0">
                <a:pos x="connsiteX2" y="connsiteY2"/>
              </a:cxn>
              <a:cxn ang="0">
                <a:pos x="connsiteX3" y="connsiteY3"/>
              </a:cxn>
            </a:cxnLst>
            <a:rect l="l" t="t" r="r" b="b"/>
            <a:pathLst>
              <a:path w="692168" h="365847">
                <a:moveTo>
                  <a:pt x="0" y="365847"/>
                </a:moveTo>
                <a:lnTo>
                  <a:pt x="293722" y="0"/>
                </a:lnTo>
                <a:lnTo>
                  <a:pt x="692168" y="190355"/>
                </a:lnTo>
                <a:lnTo>
                  <a:pt x="0" y="365847"/>
                </a:lnTo>
                <a:close/>
              </a:path>
            </a:pathLst>
          </a:custGeom>
          <a:solidFill>
            <a:srgbClr val="007A3D"/>
          </a:solidFill>
          <a:ln>
            <a:solidFill>
              <a:srgbClr val="007A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2">
            <a:extLst>
              <a:ext uri="{FF2B5EF4-FFF2-40B4-BE49-F238E27FC236}">
                <a16:creationId xmlns:a16="http://schemas.microsoft.com/office/drawing/2014/main" id="{D30D0A89-CF4D-4242-891B-712027B12239}"/>
              </a:ext>
            </a:extLst>
          </p:cNvPr>
          <p:cNvSpPr/>
          <p:nvPr/>
        </p:nvSpPr>
        <p:spPr>
          <a:xfrm rot="3756556">
            <a:off x="11725386" y="50756"/>
            <a:ext cx="623143" cy="402226"/>
          </a:xfrm>
          <a:custGeom>
            <a:avLst/>
            <a:gdLst>
              <a:gd name="connsiteX0" fmla="*/ 0 w 583399"/>
              <a:gd name="connsiteY0" fmla="*/ 541006 h 541006"/>
              <a:gd name="connsiteX1" fmla="*/ 291700 w 583399"/>
              <a:gd name="connsiteY1" fmla="*/ 0 h 541006"/>
              <a:gd name="connsiteX2" fmla="*/ 583399 w 583399"/>
              <a:gd name="connsiteY2" fmla="*/ 541006 h 541006"/>
              <a:gd name="connsiteX3" fmla="*/ 0 w 583399"/>
              <a:gd name="connsiteY3" fmla="*/ 541006 h 541006"/>
              <a:gd name="connsiteX0" fmla="*/ 0 w 630511"/>
              <a:gd name="connsiteY0" fmla="*/ 541006 h 541006"/>
              <a:gd name="connsiteX1" fmla="*/ 291700 w 630511"/>
              <a:gd name="connsiteY1" fmla="*/ 0 h 541006"/>
              <a:gd name="connsiteX2" fmla="*/ 630511 w 630511"/>
              <a:gd name="connsiteY2" fmla="*/ 274373 h 541006"/>
              <a:gd name="connsiteX3" fmla="*/ 0 w 630511"/>
              <a:gd name="connsiteY3" fmla="*/ 541006 h 541006"/>
              <a:gd name="connsiteX0" fmla="*/ 0 w 622031"/>
              <a:gd name="connsiteY0" fmla="*/ 373301 h 373301"/>
              <a:gd name="connsiteX1" fmla="*/ 283220 w 622031"/>
              <a:gd name="connsiteY1" fmla="*/ 0 h 373301"/>
              <a:gd name="connsiteX2" fmla="*/ 622031 w 622031"/>
              <a:gd name="connsiteY2" fmla="*/ 274373 h 373301"/>
              <a:gd name="connsiteX3" fmla="*/ 0 w 622031"/>
              <a:gd name="connsiteY3" fmla="*/ 373301 h 373301"/>
              <a:gd name="connsiteX0" fmla="*/ 0 w 681666"/>
              <a:gd name="connsiteY0" fmla="*/ 373301 h 373301"/>
              <a:gd name="connsiteX1" fmla="*/ 283220 w 681666"/>
              <a:gd name="connsiteY1" fmla="*/ 0 h 373301"/>
              <a:gd name="connsiteX2" fmla="*/ 681666 w 681666"/>
              <a:gd name="connsiteY2" fmla="*/ 190355 h 373301"/>
              <a:gd name="connsiteX3" fmla="*/ 0 w 681666"/>
              <a:gd name="connsiteY3" fmla="*/ 373301 h 373301"/>
              <a:gd name="connsiteX0" fmla="*/ 0 w 692168"/>
              <a:gd name="connsiteY0" fmla="*/ 365847 h 365847"/>
              <a:gd name="connsiteX1" fmla="*/ 293722 w 692168"/>
              <a:gd name="connsiteY1" fmla="*/ 0 h 365847"/>
              <a:gd name="connsiteX2" fmla="*/ 692168 w 692168"/>
              <a:gd name="connsiteY2" fmla="*/ 190355 h 365847"/>
              <a:gd name="connsiteX3" fmla="*/ 0 w 692168"/>
              <a:gd name="connsiteY3" fmla="*/ 365847 h 365847"/>
              <a:gd name="connsiteX0" fmla="*/ 0 w 692168"/>
              <a:gd name="connsiteY0" fmla="*/ 395472 h 395472"/>
              <a:gd name="connsiteX1" fmla="*/ 236546 w 692168"/>
              <a:gd name="connsiteY1" fmla="*/ 0 h 395472"/>
              <a:gd name="connsiteX2" fmla="*/ 692168 w 692168"/>
              <a:gd name="connsiteY2" fmla="*/ 219980 h 395472"/>
              <a:gd name="connsiteX3" fmla="*/ 0 w 692168"/>
              <a:gd name="connsiteY3" fmla="*/ 395472 h 395472"/>
              <a:gd name="connsiteX0" fmla="*/ 0 w 623143"/>
              <a:gd name="connsiteY0" fmla="*/ 402226 h 402226"/>
              <a:gd name="connsiteX1" fmla="*/ 167521 w 623143"/>
              <a:gd name="connsiteY1" fmla="*/ 0 h 402226"/>
              <a:gd name="connsiteX2" fmla="*/ 623143 w 623143"/>
              <a:gd name="connsiteY2" fmla="*/ 219980 h 402226"/>
              <a:gd name="connsiteX3" fmla="*/ 0 w 623143"/>
              <a:gd name="connsiteY3" fmla="*/ 402226 h 402226"/>
            </a:gdLst>
            <a:ahLst/>
            <a:cxnLst>
              <a:cxn ang="0">
                <a:pos x="connsiteX0" y="connsiteY0"/>
              </a:cxn>
              <a:cxn ang="0">
                <a:pos x="connsiteX1" y="connsiteY1"/>
              </a:cxn>
              <a:cxn ang="0">
                <a:pos x="connsiteX2" y="connsiteY2"/>
              </a:cxn>
              <a:cxn ang="0">
                <a:pos x="connsiteX3" y="connsiteY3"/>
              </a:cxn>
            </a:cxnLst>
            <a:rect l="l" t="t" r="r" b="b"/>
            <a:pathLst>
              <a:path w="623143" h="402226">
                <a:moveTo>
                  <a:pt x="0" y="402226"/>
                </a:moveTo>
                <a:lnTo>
                  <a:pt x="167521" y="0"/>
                </a:lnTo>
                <a:lnTo>
                  <a:pt x="623143" y="219980"/>
                </a:lnTo>
                <a:lnTo>
                  <a:pt x="0" y="402226"/>
                </a:lnTo>
                <a:close/>
              </a:path>
            </a:pathLst>
          </a:custGeom>
          <a:solidFill>
            <a:srgbClr val="007A3D"/>
          </a:solidFill>
          <a:ln>
            <a:solidFill>
              <a:srgbClr val="007A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AC3377-1E9F-D301-31CE-84D0A718AFC2}"/>
              </a:ext>
            </a:extLst>
          </p:cNvPr>
          <p:cNvSpPr txBox="1"/>
          <p:nvPr/>
        </p:nvSpPr>
        <p:spPr>
          <a:xfrm>
            <a:off x="1613373" y="4962780"/>
            <a:ext cx="4096310" cy="461665"/>
          </a:xfrm>
          <a:prstGeom prst="rect">
            <a:avLst/>
          </a:prstGeom>
          <a:noFill/>
        </p:spPr>
        <p:txBody>
          <a:bodyPr wrap="square">
            <a:spAutoFit/>
          </a:bodyPr>
          <a:lstStyle/>
          <a:p>
            <a:pPr algn="ctr"/>
            <a:r>
              <a:rPr lang="en-US" sz="2400" b="1" dirty="0">
                <a:solidFill>
                  <a:srgbClr val="002060"/>
                </a:solidFill>
                <a:latin typeface="Arial" panose="020B0604020202020204" pitchFamily="34" charset="0"/>
                <a:cs typeface="Arial" panose="020B0604020202020204" pitchFamily="34" charset="0"/>
                <a:sym typeface="Poppins"/>
                <a:rtl val="0"/>
              </a:rPr>
              <a:t>Date: May 19,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7699994-F930-4BD1-804C-3E97736C3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5E3040-CB0E-4155-9346-CDC038759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317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64720C-8C67-AEA5-B1B8-80A0EFD980D5}"/>
              </a:ext>
            </a:extLst>
          </p:cNvPr>
          <p:cNvSpPr txBox="1">
            <a:spLocks/>
          </p:cNvSpPr>
          <p:nvPr/>
        </p:nvSpPr>
        <p:spPr>
          <a:xfrm>
            <a:off x="782368" y="2409333"/>
            <a:ext cx="1982604" cy="714867"/>
          </a:xfrm>
          <a:prstGeom prst="rect">
            <a:avLst/>
          </a:prstGeom>
        </p:spPr>
        <p:txBody>
          <a:bodyPr vert="horz" lIns="91440" tIns="45720" rIns="91440" bIns="45720" rtlCol="0" anchor="ct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a:spcBef>
                <a:spcPct val="0"/>
              </a:spcBef>
              <a:spcAft>
                <a:spcPts val="600"/>
              </a:spcAft>
              <a:buNone/>
            </a:pPr>
            <a:r>
              <a:rPr lang="en-US" sz="4400" b="1" spc="-120" dirty="0">
                <a:solidFill>
                  <a:schemeClr val="accent1"/>
                </a:solidFill>
                <a:latin typeface="+mj-lt"/>
                <a:ea typeface="+mj-ea"/>
                <a:cs typeface="+mj-cs"/>
              </a:rPr>
              <a:t>Outline</a:t>
            </a:r>
          </a:p>
        </p:txBody>
      </p:sp>
      <p:graphicFrame>
        <p:nvGraphicFramePr>
          <p:cNvPr id="5" name="TextBox 1">
            <a:extLst>
              <a:ext uri="{FF2B5EF4-FFF2-40B4-BE49-F238E27FC236}">
                <a16:creationId xmlns:a16="http://schemas.microsoft.com/office/drawing/2014/main" id="{8415176D-767F-2A21-7B54-85A3D492474F}"/>
              </a:ext>
            </a:extLst>
          </p:cNvPr>
          <p:cNvGraphicFramePr/>
          <p:nvPr>
            <p:extLst>
              <p:ext uri="{D42A27DB-BD31-4B8C-83A1-F6EECF244321}">
                <p14:modId xmlns:p14="http://schemas.microsoft.com/office/powerpoint/2010/main" val="2478704713"/>
              </p:ext>
            </p:extLst>
          </p:nvPr>
        </p:nvGraphicFramePr>
        <p:xfrm>
          <a:off x="843127" y="858043"/>
          <a:ext cx="11587379" cy="5141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2902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721AAE-E7B5-4F39-8D13-E2DFFB73DE8B}"/>
              </a:ext>
            </a:extLst>
          </p:cNvPr>
          <p:cNvSpPr txBox="1"/>
          <p:nvPr/>
        </p:nvSpPr>
        <p:spPr>
          <a:xfrm>
            <a:off x="5526593" y="1616039"/>
            <a:ext cx="4917883" cy="769441"/>
          </a:xfrm>
          <a:prstGeom prst="rect">
            <a:avLst/>
          </a:prstGeom>
          <a:noFill/>
        </p:spPr>
        <p:txBody>
          <a:bodyPr wrap="square" rtlCol="0">
            <a:spAutoFit/>
          </a:bodyPr>
          <a:lstStyle/>
          <a:p>
            <a:pPr algn="just"/>
            <a:r>
              <a:rPr lang="en-US" sz="2200" dirty="0">
                <a:solidFill>
                  <a:srgbClr val="7030A0"/>
                </a:solidFill>
                <a:latin typeface="Arial" panose="020B0604020202020204" pitchFamily="34" charset="0"/>
                <a:cs typeface="Arial" panose="020B0604020202020204" pitchFamily="34" charset="0"/>
              </a:rPr>
              <a:t>“Self-reliant and Healthy communities living with dignity"</a:t>
            </a:r>
          </a:p>
        </p:txBody>
      </p:sp>
      <p:sp>
        <p:nvSpPr>
          <p:cNvPr id="3" name="TextBox 2">
            <a:extLst>
              <a:ext uri="{FF2B5EF4-FFF2-40B4-BE49-F238E27FC236}">
                <a16:creationId xmlns:a16="http://schemas.microsoft.com/office/drawing/2014/main" id="{279C2C89-6BCE-472F-91E5-0002BE62CBCA}"/>
              </a:ext>
            </a:extLst>
          </p:cNvPr>
          <p:cNvSpPr txBox="1"/>
          <p:nvPr/>
        </p:nvSpPr>
        <p:spPr>
          <a:xfrm>
            <a:off x="5526596" y="1193497"/>
            <a:ext cx="2648177" cy="461665"/>
          </a:xfrm>
          <a:prstGeom prst="rect">
            <a:avLst/>
          </a:prstGeom>
          <a:noFill/>
        </p:spPr>
        <p:txBody>
          <a:bodyPr wrap="square" rtlCol="0">
            <a:spAutoFit/>
          </a:bodyPr>
          <a:lstStyle/>
          <a:p>
            <a:pPr algn="l"/>
            <a:r>
              <a:rPr lang="en-US" sz="2400" b="1" spc="0" baseline="0" dirty="0">
                <a:gradFill>
                  <a:gsLst>
                    <a:gs pos="0">
                      <a:srgbClr val="DD421D"/>
                    </a:gs>
                    <a:gs pos="100000">
                      <a:srgbClr val="FF6F57"/>
                    </a:gs>
                  </a:gsLst>
                  <a:lin ang="10800000" scaled="1"/>
                </a:gradFill>
                <a:latin typeface="Arial" panose="020B0604020202020204" pitchFamily="34" charset="0"/>
                <a:cs typeface="Arial" panose="020B0604020202020204" pitchFamily="34" charset="0"/>
                <a:sym typeface="Montserrat"/>
                <a:rtl val="0"/>
              </a:rPr>
              <a:t>Vision</a:t>
            </a:r>
          </a:p>
        </p:txBody>
      </p:sp>
      <p:sp>
        <p:nvSpPr>
          <p:cNvPr id="4" name="TextBox 3">
            <a:extLst>
              <a:ext uri="{FF2B5EF4-FFF2-40B4-BE49-F238E27FC236}">
                <a16:creationId xmlns:a16="http://schemas.microsoft.com/office/drawing/2014/main" id="{773140EB-4FB5-4725-A3BB-2F82EF0934CB}"/>
              </a:ext>
            </a:extLst>
          </p:cNvPr>
          <p:cNvSpPr txBox="1"/>
          <p:nvPr/>
        </p:nvSpPr>
        <p:spPr>
          <a:xfrm>
            <a:off x="5526596" y="2581183"/>
            <a:ext cx="2648177" cy="461665"/>
          </a:xfrm>
          <a:prstGeom prst="rect">
            <a:avLst/>
          </a:prstGeom>
          <a:noFill/>
        </p:spPr>
        <p:txBody>
          <a:bodyPr wrap="square" rtlCol="0">
            <a:spAutoFit/>
          </a:bodyPr>
          <a:lstStyle/>
          <a:p>
            <a:pPr algn="l"/>
            <a:r>
              <a:rPr lang="en-US" sz="2400" b="1" spc="0" baseline="0" dirty="0">
                <a:gradFill>
                  <a:gsLst>
                    <a:gs pos="0">
                      <a:srgbClr val="DD421D"/>
                    </a:gs>
                    <a:gs pos="100000">
                      <a:srgbClr val="FF6F57"/>
                    </a:gs>
                  </a:gsLst>
                  <a:lin ang="10800000" scaled="1"/>
                </a:gradFill>
                <a:latin typeface="Arial" panose="020B0604020202020204" pitchFamily="34" charset="0"/>
                <a:cs typeface="Arial" panose="020B0604020202020204" pitchFamily="34" charset="0"/>
                <a:sym typeface="Montserrat"/>
                <a:rtl val="0"/>
              </a:rPr>
              <a:t>Mission</a:t>
            </a:r>
          </a:p>
        </p:txBody>
      </p:sp>
      <p:sp>
        <p:nvSpPr>
          <p:cNvPr id="5" name="TextBox 4">
            <a:extLst>
              <a:ext uri="{FF2B5EF4-FFF2-40B4-BE49-F238E27FC236}">
                <a16:creationId xmlns:a16="http://schemas.microsoft.com/office/drawing/2014/main" id="{B9394381-6F60-4F5A-8748-B1B76A1F9664}"/>
              </a:ext>
            </a:extLst>
          </p:cNvPr>
          <p:cNvSpPr txBox="1"/>
          <p:nvPr/>
        </p:nvSpPr>
        <p:spPr>
          <a:xfrm>
            <a:off x="5526596" y="4471225"/>
            <a:ext cx="2648177" cy="461665"/>
          </a:xfrm>
          <a:prstGeom prst="rect">
            <a:avLst/>
          </a:prstGeom>
          <a:noFill/>
        </p:spPr>
        <p:txBody>
          <a:bodyPr wrap="square" rtlCol="0">
            <a:spAutoFit/>
          </a:bodyPr>
          <a:lstStyle/>
          <a:p>
            <a:pPr algn="l"/>
            <a:r>
              <a:rPr lang="en-US" sz="2400" b="1" spc="0" baseline="0" dirty="0">
                <a:gradFill>
                  <a:gsLst>
                    <a:gs pos="0">
                      <a:srgbClr val="DD421D"/>
                    </a:gs>
                    <a:gs pos="100000">
                      <a:srgbClr val="FF6F57"/>
                    </a:gs>
                  </a:gsLst>
                  <a:lin ang="10800000" scaled="1"/>
                </a:gradFill>
                <a:latin typeface="Arial" panose="020B0604020202020204" pitchFamily="34" charset="0"/>
                <a:cs typeface="Arial" panose="020B0604020202020204" pitchFamily="34" charset="0"/>
                <a:sym typeface="Montserrat"/>
                <a:rtl val="0"/>
              </a:rPr>
              <a:t>Our Core</a:t>
            </a:r>
            <a:r>
              <a:rPr lang="en-US" sz="2400" b="1" spc="0" dirty="0">
                <a:gradFill>
                  <a:gsLst>
                    <a:gs pos="0">
                      <a:srgbClr val="DD421D"/>
                    </a:gs>
                    <a:gs pos="100000">
                      <a:srgbClr val="FF6F57"/>
                    </a:gs>
                  </a:gsLst>
                  <a:lin ang="10800000" scaled="1"/>
                </a:gradFill>
                <a:latin typeface="Arial" panose="020B0604020202020204" pitchFamily="34" charset="0"/>
                <a:cs typeface="Arial" panose="020B0604020202020204" pitchFamily="34" charset="0"/>
                <a:sym typeface="Montserrat"/>
                <a:rtl val="0"/>
              </a:rPr>
              <a:t> Values</a:t>
            </a:r>
            <a:endParaRPr lang="en-US" sz="2400" b="1" spc="0" baseline="0" dirty="0">
              <a:gradFill>
                <a:gsLst>
                  <a:gs pos="0">
                    <a:srgbClr val="DD421D"/>
                  </a:gs>
                  <a:gs pos="100000">
                    <a:srgbClr val="FF6F57"/>
                  </a:gs>
                </a:gsLst>
                <a:lin ang="10800000" scaled="1"/>
              </a:gradFill>
              <a:latin typeface="Arial" panose="020B0604020202020204" pitchFamily="34" charset="0"/>
              <a:cs typeface="Arial" panose="020B0604020202020204" pitchFamily="34" charset="0"/>
              <a:sym typeface="Montserrat"/>
              <a:rtl val="0"/>
            </a:endParaRPr>
          </a:p>
        </p:txBody>
      </p:sp>
      <p:sp>
        <p:nvSpPr>
          <p:cNvPr id="6" name="TextBox 5">
            <a:extLst>
              <a:ext uri="{FF2B5EF4-FFF2-40B4-BE49-F238E27FC236}">
                <a16:creationId xmlns:a16="http://schemas.microsoft.com/office/drawing/2014/main" id="{880A6674-BAFB-4855-9678-7A6D67619FB2}"/>
              </a:ext>
            </a:extLst>
          </p:cNvPr>
          <p:cNvSpPr txBox="1"/>
          <p:nvPr/>
        </p:nvSpPr>
        <p:spPr>
          <a:xfrm>
            <a:off x="5526593" y="4971016"/>
            <a:ext cx="1950719" cy="348878"/>
          </a:xfrm>
          <a:prstGeom prst="rect">
            <a:avLst/>
          </a:prstGeom>
          <a:noFill/>
        </p:spPr>
        <p:txBody>
          <a:bodyPr wrap="square" rtlCol="0">
            <a:spAutoFit/>
          </a:bodyPr>
          <a:lstStyle/>
          <a:p>
            <a:pPr marL="342900" indent="-342900">
              <a:lnSpc>
                <a:spcPts val="2000"/>
              </a:lnSpc>
              <a:buFont typeface="Arial" panose="020B0604020202020204" pitchFamily="34" charset="0"/>
              <a:buChar char="•"/>
            </a:pPr>
            <a:r>
              <a:rPr lang="en-US" sz="2200" dirty="0">
                <a:solidFill>
                  <a:srgbClr val="7030A0"/>
                </a:solidFill>
                <a:latin typeface="Arial" panose="020B0604020202020204" pitchFamily="34" charset="0"/>
                <a:cs typeface="Arial" panose="020B0604020202020204" pitchFamily="34" charset="0"/>
                <a:sym typeface="Poppins"/>
                <a:rtl val="0"/>
              </a:rPr>
              <a:t>Novelty</a:t>
            </a:r>
          </a:p>
        </p:txBody>
      </p:sp>
      <p:sp>
        <p:nvSpPr>
          <p:cNvPr id="7" name="Freeform: Shape 6">
            <a:extLst>
              <a:ext uri="{FF2B5EF4-FFF2-40B4-BE49-F238E27FC236}">
                <a16:creationId xmlns:a16="http://schemas.microsoft.com/office/drawing/2014/main" id="{73753611-2250-4052-B0EC-B28825C6839F}"/>
              </a:ext>
            </a:extLst>
          </p:cNvPr>
          <p:cNvSpPr/>
          <p:nvPr/>
        </p:nvSpPr>
        <p:spPr>
          <a:xfrm flipH="1">
            <a:off x="48858" y="-32020"/>
            <a:ext cx="91771" cy="6562029"/>
          </a:xfrm>
          <a:custGeom>
            <a:avLst/>
            <a:gdLst>
              <a:gd name="connsiteX0" fmla="*/ 0 w 254031"/>
              <a:gd name="connsiteY0" fmla="*/ 0 h 2301620"/>
              <a:gd name="connsiteX1" fmla="*/ 254032 w 254031"/>
              <a:gd name="connsiteY1" fmla="*/ 0 h 2301620"/>
              <a:gd name="connsiteX2" fmla="*/ 254032 w 254031"/>
              <a:gd name="connsiteY2" fmla="*/ 2301621 h 2301620"/>
              <a:gd name="connsiteX3" fmla="*/ 0 w 254031"/>
              <a:gd name="connsiteY3" fmla="*/ 2301621 h 2301620"/>
            </a:gdLst>
            <a:ahLst/>
            <a:cxnLst>
              <a:cxn ang="0">
                <a:pos x="connsiteX0" y="connsiteY0"/>
              </a:cxn>
              <a:cxn ang="0">
                <a:pos x="connsiteX1" y="connsiteY1"/>
              </a:cxn>
              <a:cxn ang="0">
                <a:pos x="connsiteX2" y="connsiteY2"/>
              </a:cxn>
              <a:cxn ang="0">
                <a:pos x="connsiteX3" y="connsiteY3"/>
              </a:cxn>
            </a:cxnLst>
            <a:rect l="l" t="t" r="r" b="b"/>
            <a:pathLst>
              <a:path w="254031" h="2301620">
                <a:moveTo>
                  <a:pt x="0" y="0"/>
                </a:moveTo>
                <a:lnTo>
                  <a:pt x="254032" y="0"/>
                </a:lnTo>
                <a:lnTo>
                  <a:pt x="254032" y="2301621"/>
                </a:lnTo>
                <a:lnTo>
                  <a:pt x="0" y="2301621"/>
                </a:lnTo>
                <a:close/>
              </a:path>
            </a:pathLst>
          </a:custGeom>
          <a:solidFill>
            <a:srgbClr val="00763C"/>
          </a:solidFill>
          <a:ln w="9525"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E0E83F26-F8EC-4CC0-AB6F-6C535DDA0806}"/>
              </a:ext>
            </a:extLst>
          </p:cNvPr>
          <p:cNvPicPr>
            <a:picLocks noChangeAspect="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rot="398041">
            <a:off x="10686621" y="979649"/>
            <a:ext cx="1078752" cy="1410259"/>
          </a:xfrm>
          <a:prstGeom prst="rect">
            <a:avLst/>
          </a:prstGeom>
          <a:effectLst>
            <a:outerShdw blurRad="50800" dist="38100" dir="8100000" algn="tr" rotWithShape="0">
              <a:prstClr val="black">
                <a:alpha val="40000"/>
              </a:prstClr>
            </a:outerShdw>
          </a:effectLst>
        </p:spPr>
      </p:pic>
      <p:sp>
        <p:nvSpPr>
          <p:cNvPr id="9" name="Title 1">
            <a:extLst>
              <a:ext uri="{FF2B5EF4-FFF2-40B4-BE49-F238E27FC236}">
                <a16:creationId xmlns:a16="http://schemas.microsoft.com/office/drawing/2014/main" id="{AB49A306-C159-4469-BBED-0F41F2E2C53C}"/>
              </a:ext>
            </a:extLst>
          </p:cNvPr>
          <p:cNvSpPr txBox="1">
            <a:spLocks/>
          </p:cNvSpPr>
          <p:nvPr/>
        </p:nvSpPr>
        <p:spPr>
          <a:xfrm>
            <a:off x="94743" y="304582"/>
            <a:ext cx="11956774" cy="646044"/>
          </a:xfrm>
          <a:prstGeom prst="rect">
            <a:avLst/>
          </a:prstGeom>
          <a:solidFill>
            <a:srgbClr val="00763C"/>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chemeClr val="bg1"/>
                </a:solidFill>
                <a:latin typeface="Arial" panose="020B0604020202020204" pitchFamily="34" charset="0"/>
                <a:cs typeface="Arial" panose="020B0604020202020204" pitchFamily="34" charset="0"/>
              </a:rPr>
              <a:t>About RICE West Nile</a:t>
            </a:r>
            <a:endParaRPr lang="x-none" sz="4000" dirty="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A61E1D91-54B9-41BF-B430-AF26FEBA921C}"/>
              </a:ext>
            </a:extLst>
          </p:cNvPr>
          <p:cNvSpPr txBox="1"/>
          <p:nvPr/>
        </p:nvSpPr>
        <p:spPr>
          <a:xfrm>
            <a:off x="5526596" y="3025490"/>
            <a:ext cx="4917880" cy="1107996"/>
          </a:xfrm>
          <a:prstGeom prst="rect">
            <a:avLst/>
          </a:prstGeom>
          <a:noFill/>
        </p:spPr>
        <p:txBody>
          <a:bodyPr wrap="square" rtlCol="0">
            <a:spAutoFit/>
          </a:bodyPr>
          <a:lstStyle/>
          <a:p>
            <a:pPr algn="just"/>
            <a:r>
              <a:rPr lang="en-US" sz="2200" dirty="0">
                <a:solidFill>
                  <a:srgbClr val="7030A0"/>
                </a:solidFill>
                <a:latin typeface="Arial" panose="020B0604020202020204" pitchFamily="34" charset="0"/>
                <a:cs typeface="Arial" panose="020B0604020202020204" pitchFamily="34" charset="0"/>
              </a:rPr>
              <a:t>To develop the capacities of communities for self-reliance and sustainable livelihoods</a:t>
            </a:r>
          </a:p>
        </p:txBody>
      </p:sp>
      <p:pic>
        <p:nvPicPr>
          <p:cNvPr id="11" name="Picture 10">
            <a:extLst>
              <a:ext uri="{FF2B5EF4-FFF2-40B4-BE49-F238E27FC236}">
                <a16:creationId xmlns:a16="http://schemas.microsoft.com/office/drawing/2014/main" id="{41C27F73-D703-45D5-9249-98943AC7E3AE}"/>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7200"/>
                    </a14:imgEffect>
                  </a14:imgLayer>
                </a14:imgProps>
              </a:ext>
              <a:ext uri="{28A0092B-C50C-407E-A947-70E740481C1C}">
                <a14:useLocalDpi xmlns:a14="http://schemas.microsoft.com/office/drawing/2010/main" val="0"/>
              </a:ext>
            </a:extLst>
          </a:blip>
          <a:stretch>
            <a:fillRect/>
          </a:stretch>
        </p:blipFill>
        <p:spPr>
          <a:xfrm rot="315321">
            <a:off x="10550509" y="2755672"/>
            <a:ext cx="1097847" cy="1435223"/>
          </a:xfrm>
          <a:prstGeom prst="rect">
            <a:avLst/>
          </a:prstGeom>
          <a:effectLst>
            <a:outerShdw blurRad="50800" dist="38100" dir="8100000" algn="tr" rotWithShape="0">
              <a:prstClr val="black">
                <a:alpha val="40000"/>
              </a:prstClr>
            </a:outerShdw>
          </a:effectLst>
        </p:spPr>
      </p:pic>
      <p:sp>
        <p:nvSpPr>
          <p:cNvPr id="12" name="TextBox 11">
            <a:extLst>
              <a:ext uri="{FF2B5EF4-FFF2-40B4-BE49-F238E27FC236}">
                <a16:creationId xmlns:a16="http://schemas.microsoft.com/office/drawing/2014/main" id="{58A473C1-86AE-46C6-90FD-F54B27B11671}"/>
              </a:ext>
            </a:extLst>
          </p:cNvPr>
          <p:cNvSpPr txBox="1"/>
          <p:nvPr/>
        </p:nvSpPr>
        <p:spPr>
          <a:xfrm>
            <a:off x="5526593" y="5392470"/>
            <a:ext cx="2013278" cy="348813"/>
          </a:xfrm>
          <a:prstGeom prst="rect">
            <a:avLst/>
          </a:prstGeom>
          <a:noFill/>
        </p:spPr>
        <p:txBody>
          <a:bodyPr wrap="square" rtlCol="0">
            <a:spAutoFit/>
          </a:bodyPr>
          <a:lstStyle/>
          <a:p>
            <a:pPr marL="342900" indent="-342900">
              <a:lnSpc>
                <a:spcPts val="2000"/>
              </a:lnSpc>
              <a:buFont typeface="Arial" panose="020B0604020202020204" pitchFamily="34" charset="0"/>
              <a:buChar char="•"/>
            </a:pPr>
            <a:r>
              <a:rPr lang="en-US" sz="2200" dirty="0">
                <a:solidFill>
                  <a:srgbClr val="7030A0"/>
                </a:solidFill>
                <a:latin typeface="Arial" panose="020B0604020202020204" pitchFamily="34" charset="0"/>
                <a:cs typeface="Arial" panose="020B0604020202020204" pitchFamily="34" charset="0"/>
                <a:sym typeface="Poppins"/>
                <a:rtl val="0"/>
              </a:rPr>
              <a:t>Integrity</a:t>
            </a:r>
          </a:p>
        </p:txBody>
      </p:sp>
      <p:sp>
        <p:nvSpPr>
          <p:cNvPr id="13" name="TextBox 12">
            <a:extLst>
              <a:ext uri="{FF2B5EF4-FFF2-40B4-BE49-F238E27FC236}">
                <a16:creationId xmlns:a16="http://schemas.microsoft.com/office/drawing/2014/main" id="{70C85BD9-2F25-4A31-8BFE-28BBF5E2DF32}"/>
              </a:ext>
            </a:extLst>
          </p:cNvPr>
          <p:cNvSpPr txBox="1"/>
          <p:nvPr/>
        </p:nvSpPr>
        <p:spPr>
          <a:xfrm>
            <a:off x="5526593" y="5813924"/>
            <a:ext cx="2021839" cy="348878"/>
          </a:xfrm>
          <a:prstGeom prst="rect">
            <a:avLst/>
          </a:prstGeom>
          <a:noFill/>
        </p:spPr>
        <p:txBody>
          <a:bodyPr wrap="square" rtlCol="0">
            <a:spAutoFit/>
          </a:bodyPr>
          <a:lstStyle/>
          <a:p>
            <a:pPr marL="342900" indent="-342900">
              <a:lnSpc>
                <a:spcPts val="2000"/>
              </a:lnSpc>
              <a:buFont typeface="Arial" panose="020B0604020202020204" pitchFamily="34" charset="0"/>
              <a:buChar char="•"/>
            </a:pPr>
            <a:r>
              <a:rPr lang="en-US" sz="2200" dirty="0">
                <a:solidFill>
                  <a:srgbClr val="7030A0"/>
                </a:solidFill>
                <a:latin typeface="Arial" panose="020B0604020202020204" pitchFamily="34" charset="0"/>
                <a:cs typeface="Arial" panose="020B0604020202020204" pitchFamily="34" charset="0"/>
                <a:sym typeface="Poppins"/>
                <a:rtl val="0"/>
              </a:rPr>
              <a:t>Partnership</a:t>
            </a:r>
          </a:p>
        </p:txBody>
      </p:sp>
      <p:sp>
        <p:nvSpPr>
          <p:cNvPr id="14" name="TextBox 13">
            <a:extLst>
              <a:ext uri="{FF2B5EF4-FFF2-40B4-BE49-F238E27FC236}">
                <a16:creationId xmlns:a16="http://schemas.microsoft.com/office/drawing/2014/main" id="{4D523DD1-CBC2-4B9A-91A5-EAEDBEB8037F}"/>
              </a:ext>
            </a:extLst>
          </p:cNvPr>
          <p:cNvSpPr txBox="1"/>
          <p:nvPr/>
        </p:nvSpPr>
        <p:spPr>
          <a:xfrm>
            <a:off x="7548433" y="4967868"/>
            <a:ext cx="1607323" cy="348813"/>
          </a:xfrm>
          <a:prstGeom prst="rect">
            <a:avLst/>
          </a:prstGeom>
          <a:noFill/>
        </p:spPr>
        <p:txBody>
          <a:bodyPr wrap="square" rtlCol="0">
            <a:spAutoFit/>
          </a:bodyPr>
          <a:lstStyle/>
          <a:p>
            <a:pPr marL="342900" indent="-342900">
              <a:lnSpc>
                <a:spcPts val="2000"/>
              </a:lnSpc>
              <a:buFont typeface="Arial" panose="020B0604020202020204" pitchFamily="34" charset="0"/>
              <a:buChar char="•"/>
            </a:pPr>
            <a:r>
              <a:rPr lang="en-US" sz="2200" dirty="0">
                <a:solidFill>
                  <a:srgbClr val="7030A0"/>
                </a:solidFill>
                <a:latin typeface="Arial" panose="020B0604020202020204" pitchFamily="34" charset="0"/>
                <a:cs typeface="Arial" panose="020B0604020202020204" pitchFamily="34" charset="0"/>
              </a:rPr>
              <a:t>Equity</a:t>
            </a:r>
            <a:endParaRPr lang="en-US" sz="2200" dirty="0">
              <a:solidFill>
                <a:srgbClr val="7030A0"/>
              </a:solidFill>
              <a:latin typeface="Arial" panose="020B0604020202020204" pitchFamily="34" charset="0"/>
              <a:cs typeface="Arial" panose="020B0604020202020204" pitchFamily="34" charset="0"/>
              <a:sym typeface="Poppins"/>
              <a:rtl val="0"/>
            </a:endParaRPr>
          </a:p>
        </p:txBody>
      </p:sp>
      <p:pic>
        <p:nvPicPr>
          <p:cNvPr id="15" name="Picture 14" descr="A couple of cartoon characters holding puzzle pieces&#10;&#10;Description automatically generated">
            <a:extLst>
              <a:ext uri="{FF2B5EF4-FFF2-40B4-BE49-F238E27FC236}">
                <a16:creationId xmlns:a16="http://schemas.microsoft.com/office/drawing/2014/main" id="{4372C5EF-F6F3-4284-96B3-6710876261C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4695" y="1289417"/>
            <a:ext cx="3573151" cy="2939989"/>
          </a:xfrm>
          <a:prstGeom prst="rect">
            <a:avLst/>
          </a:prstGeom>
        </p:spPr>
      </p:pic>
      <p:pic>
        <p:nvPicPr>
          <p:cNvPr id="16" name="Picture 15" descr="A white envelope with a purple ball and white text&#10;&#10;Description automatically generated">
            <a:extLst>
              <a:ext uri="{FF2B5EF4-FFF2-40B4-BE49-F238E27FC236}">
                <a16:creationId xmlns:a16="http://schemas.microsoft.com/office/drawing/2014/main" id="{E2F599AE-0D7E-4972-859D-B6D9C92439A3}"/>
              </a:ext>
            </a:extLst>
          </p:cNvPr>
          <p:cNvPicPr>
            <a:picLocks noChangeAspect="1"/>
          </p:cNvPicPr>
          <p:nvPr/>
        </p:nvPicPr>
        <p:blipFill>
          <a:blip r:embed="rId7">
            <a:extLst>
              <a:ext uri="{28A0092B-C50C-407E-A947-70E740481C1C}">
                <a14:useLocalDpi xmlns:a14="http://schemas.microsoft.com/office/drawing/2010/main" val="0"/>
              </a:ext>
            </a:extLst>
          </a:blip>
          <a:srcRect r="33314" b="15469"/>
          <a:stretch/>
        </p:blipFill>
        <p:spPr>
          <a:xfrm>
            <a:off x="2194444" y="4196436"/>
            <a:ext cx="2988225" cy="2220879"/>
          </a:xfrm>
          <a:prstGeom prst="rect">
            <a:avLst/>
          </a:prstGeom>
        </p:spPr>
      </p:pic>
      <p:cxnSp>
        <p:nvCxnSpPr>
          <p:cNvPr id="17" name="Straight Connector 16">
            <a:extLst>
              <a:ext uri="{FF2B5EF4-FFF2-40B4-BE49-F238E27FC236}">
                <a16:creationId xmlns:a16="http://schemas.microsoft.com/office/drawing/2014/main" id="{B14672F1-415F-4B65-84FD-74754A419F77}"/>
              </a:ext>
            </a:extLst>
          </p:cNvPr>
          <p:cNvCxnSpPr/>
          <p:nvPr/>
        </p:nvCxnSpPr>
        <p:spPr>
          <a:xfrm>
            <a:off x="5628640" y="2509520"/>
            <a:ext cx="635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D32531C-5C1A-4E25-B817-0857BBEA8EA7}"/>
              </a:ext>
            </a:extLst>
          </p:cNvPr>
          <p:cNvCxnSpPr/>
          <p:nvPr/>
        </p:nvCxnSpPr>
        <p:spPr>
          <a:xfrm>
            <a:off x="5587910" y="4378960"/>
            <a:ext cx="635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F94E4C-E793-49E1-A0A2-1982CBF69999}"/>
              </a:ext>
            </a:extLst>
          </p:cNvPr>
          <p:cNvCxnSpPr>
            <a:cxnSpLocks/>
          </p:cNvCxnSpPr>
          <p:nvPr/>
        </p:nvCxnSpPr>
        <p:spPr>
          <a:xfrm>
            <a:off x="2093495" y="6417315"/>
            <a:ext cx="9067039" cy="75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1570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Elbow 1">
            <a:extLst>
              <a:ext uri="{FF2B5EF4-FFF2-40B4-BE49-F238E27FC236}">
                <a16:creationId xmlns:a16="http://schemas.microsoft.com/office/drawing/2014/main" id="{B28E6BCC-A28F-4A0C-8E12-3DC505041AE3}"/>
              </a:ext>
            </a:extLst>
          </p:cNvPr>
          <p:cNvCxnSpPr>
            <a:cxnSpLocks/>
          </p:cNvCxnSpPr>
          <p:nvPr/>
        </p:nvCxnSpPr>
        <p:spPr>
          <a:xfrm rot="10800000" flipV="1">
            <a:off x="8384420" y="2468820"/>
            <a:ext cx="3136276" cy="146141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 name="Connector: Elbow 2">
            <a:extLst>
              <a:ext uri="{FF2B5EF4-FFF2-40B4-BE49-F238E27FC236}">
                <a16:creationId xmlns:a16="http://schemas.microsoft.com/office/drawing/2014/main" id="{13D93B5F-7ED0-4F21-B096-98A9153CE18E}"/>
              </a:ext>
            </a:extLst>
          </p:cNvPr>
          <p:cNvCxnSpPr>
            <a:cxnSpLocks/>
          </p:cNvCxnSpPr>
          <p:nvPr/>
        </p:nvCxnSpPr>
        <p:spPr>
          <a:xfrm rot="10800000">
            <a:off x="8391218" y="4001526"/>
            <a:ext cx="3129478" cy="143919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 name="Connector: Elbow 3">
            <a:extLst>
              <a:ext uri="{FF2B5EF4-FFF2-40B4-BE49-F238E27FC236}">
                <a16:creationId xmlns:a16="http://schemas.microsoft.com/office/drawing/2014/main" id="{C2E03D09-8C40-4C2B-973F-4D1CAE810B65}"/>
              </a:ext>
            </a:extLst>
          </p:cNvPr>
          <p:cNvCxnSpPr>
            <a:cxnSpLocks/>
          </p:cNvCxnSpPr>
          <p:nvPr/>
        </p:nvCxnSpPr>
        <p:spPr>
          <a:xfrm rot="10800000">
            <a:off x="5322018" y="2650911"/>
            <a:ext cx="2600799" cy="1283404"/>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5" name="Freeform: Shape 4">
            <a:extLst>
              <a:ext uri="{FF2B5EF4-FFF2-40B4-BE49-F238E27FC236}">
                <a16:creationId xmlns:a16="http://schemas.microsoft.com/office/drawing/2014/main" id="{BEC64F46-6A0D-4218-8616-E130A42C7E72}"/>
              </a:ext>
            </a:extLst>
          </p:cNvPr>
          <p:cNvSpPr/>
          <p:nvPr/>
        </p:nvSpPr>
        <p:spPr>
          <a:xfrm>
            <a:off x="7916632" y="3592592"/>
            <a:ext cx="751688" cy="707109"/>
          </a:xfrm>
          <a:custGeom>
            <a:avLst/>
            <a:gdLst>
              <a:gd name="connsiteX0" fmla="*/ 895636 w 1085850"/>
              <a:gd name="connsiteY0" fmla="*/ 1086231 h 1085850"/>
              <a:gd name="connsiteX1" fmla="*/ 197644 w 1085850"/>
              <a:gd name="connsiteY1" fmla="*/ 1086231 h 1085850"/>
              <a:gd name="connsiteX2" fmla="*/ 7144 w 1085850"/>
              <a:gd name="connsiteY2" fmla="*/ 895731 h 1085850"/>
              <a:gd name="connsiteX3" fmla="*/ 7144 w 1085850"/>
              <a:gd name="connsiteY3" fmla="*/ 197644 h 1085850"/>
              <a:gd name="connsiteX4" fmla="*/ 197644 w 1085850"/>
              <a:gd name="connsiteY4" fmla="*/ 7144 h 1085850"/>
              <a:gd name="connsiteX5" fmla="*/ 895731 w 1085850"/>
              <a:gd name="connsiteY5" fmla="*/ 7144 h 1085850"/>
              <a:gd name="connsiteX6" fmla="*/ 1086231 w 1085850"/>
              <a:gd name="connsiteY6" fmla="*/ 197644 h 1085850"/>
              <a:gd name="connsiteX7" fmla="*/ 1086231 w 1085850"/>
              <a:gd name="connsiteY7" fmla="*/ 895731 h 1085850"/>
              <a:gd name="connsiteX8" fmla="*/ 895636 w 1085850"/>
              <a:gd name="connsiteY8" fmla="*/ 1086231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850" h="1085850">
                <a:moveTo>
                  <a:pt x="895636" y="1086231"/>
                </a:moveTo>
                <a:lnTo>
                  <a:pt x="197644" y="1086231"/>
                </a:lnTo>
                <a:cubicBezTo>
                  <a:pt x="92393" y="1086231"/>
                  <a:pt x="7144" y="1000982"/>
                  <a:pt x="7144" y="895731"/>
                </a:cubicBezTo>
                <a:lnTo>
                  <a:pt x="7144" y="197644"/>
                </a:lnTo>
                <a:cubicBezTo>
                  <a:pt x="7144" y="92393"/>
                  <a:pt x="92393" y="7144"/>
                  <a:pt x="197644" y="7144"/>
                </a:cubicBezTo>
                <a:lnTo>
                  <a:pt x="895731" y="7144"/>
                </a:lnTo>
                <a:cubicBezTo>
                  <a:pt x="1000982" y="7144"/>
                  <a:pt x="1086231" y="92393"/>
                  <a:pt x="1086231" y="197644"/>
                </a:cubicBezTo>
                <a:lnTo>
                  <a:pt x="1086231" y="895731"/>
                </a:lnTo>
                <a:cubicBezTo>
                  <a:pt x="1086136" y="1000887"/>
                  <a:pt x="1000887" y="1086231"/>
                  <a:pt x="895636" y="1086231"/>
                </a:cubicBezTo>
                <a:close/>
              </a:path>
            </a:pathLst>
          </a:custGeom>
          <a:solidFill>
            <a:srgbClr val="009644"/>
          </a:solidFill>
          <a:ln w="9525" cap="flat">
            <a:noFill/>
            <a:prstDash val="solid"/>
            <a:miter/>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58C175F0-45ED-498D-9373-3B1FD4356173}"/>
              </a:ext>
            </a:extLst>
          </p:cNvPr>
          <p:cNvSpPr/>
          <p:nvPr/>
        </p:nvSpPr>
        <p:spPr>
          <a:xfrm>
            <a:off x="7188838" y="4506611"/>
            <a:ext cx="2395840" cy="43088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Founded in 2004</a:t>
            </a:r>
          </a:p>
        </p:txBody>
      </p:sp>
      <p:sp>
        <p:nvSpPr>
          <p:cNvPr id="7" name="Rectangle 6">
            <a:extLst>
              <a:ext uri="{FF2B5EF4-FFF2-40B4-BE49-F238E27FC236}">
                <a16:creationId xmlns:a16="http://schemas.microsoft.com/office/drawing/2014/main" id="{FF262181-3E3A-40EC-B998-54F601168F0F}"/>
              </a:ext>
            </a:extLst>
          </p:cNvPr>
          <p:cNvSpPr/>
          <p:nvPr/>
        </p:nvSpPr>
        <p:spPr>
          <a:xfrm>
            <a:off x="6669588" y="1501955"/>
            <a:ext cx="1253230" cy="96949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11 projects running</a:t>
            </a:r>
          </a:p>
        </p:txBody>
      </p:sp>
      <p:sp>
        <p:nvSpPr>
          <p:cNvPr id="8" name="Freeform: Shape 7">
            <a:extLst>
              <a:ext uri="{FF2B5EF4-FFF2-40B4-BE49-F238E27FC236}">
                <a16:creationId xmlns:a16="http://schemas.microsoft.com/office/drawing/2014/main" id="{98802A1A-9359-44AC-AE74-C77C417DF3FB}"/>
              </a:ext>
            </a:extLst>
          </p:cNvPr>
          <p:cNvSpPr/>
          <p:nvPr/>
        </p:nvSpPr>
        <p:spPr>
          <a:xfrm>
            <a:off x="7970450" y="3639007"/>
            <a:ext cx="614279" cy="614279"/>
          </a:xfrm>
          <a:custGeom>
            <a:avLst/>
            <a:gdLst>
              <a:gd name="connsiteX0" fmla="*/ 506825 w 504825"/>
              <a:gd name="connsiteY0" fmla="*/ 256985 h 504825"/>
              <a:gd name="connsiteX1" fmla="*/ 256984 w 504825"/>
              <a:gd name="connsiteY1" fmla="*/ 506825 h 504825"/>
              <a:gd name="connsiteX2" fmla="*/ 7144 w 504825"/>
              <a:gd name="connsiteY2" fmla="*/ 256985 h 504825"/>
              <a:gd name="connsiteX3" fmla="*/ 256984 w 504825"/>
              <a:gd name="connsiteY3" fmla="*/ 7144 h 504825"/>
              <a:gd name="connsiteX4" fmla="*/ 506825 w 504825"/>
              <a:gd name="connsiteY4" fmla="*/ 256985 h 504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504825">
                <a:moveTo>
                  <a:pt x="506825" y="256985"/>
                </a:moveTo>
                <a:cubicBezTo>
                  <a:pt x="506825" y="394968"/>
                  <a:pt x="394968" y="506825"/>
                  <a:pt x="256984" y="506825"/>
                </a:cubicBezTo>
                <a:cubicBezTo>
                  <a:pt x="119001" y="506825"/>
                  <a:pt x="7144" y="394968"/>
                  <a:pt x="7144" y="256985"/>
                </a:cubicBezTo>
                <a:cubicBezTo>
                  <a:pt x="7144" y="119001"/>
                  <a:pt x="119001" y="7144"/>
                  <a:pt x="256984" y="7144"/>
                </a:cubicBezTo>
                <a:cubicBezTo>
                  <a:pt x="394968" y="7144"/>
                  <a:pt x="506825" y="119001"/>
                  <a:pt x="506825" y="25698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585F95DE-E638-46C5-9E84-03A93720442D}"/>
              </a:ext>
            </a:extLst>
          </p:cNvPr>
          <p:cNvSpPr/>
          <p:nvPr/>
        </p:nvSpPr>
        <p:spPr>
          <a:xfrm>
            <a:off x="6911463" y="5560688"/>
            <a:ext cx="1673266" cy="677108"/>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Interventions in </a:t>
            </a:r>
            <a:r>
              <a:rPr lang="en-US" sz="1900" dirty="0">
                <a:solidFill>
                  <a:srgbClr val="7030A0"/>
                </a:solidFill>
                <a:latin typeface="Arial" panose="020B0604020202020204" pitchFamily="34" charset="0"/>
                <a:cs typeface="Arial" panose="020B0604020202020204" pitchFamily="34" charset="0"/>
              </a:rPr>
              <a:t>14</a:t>
            </a:r>
            <a:r>
              <a:rPr kumimoji="0" lang="en-US" sz="1900" b="0"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 Districts</a:t>
            </a:r>
          </a:p>
        </p:txBody>
      </p:sp>
      <p:sp>
        <p:nvSpPr>
          <p:cNvPr id="10" name="Rectangle 9">
            <a:extLst>
              <a:ext uri="{FF2B5EF4-FFF2-40B4-BE49-F238E27FC236}">
                <a16:creationId xmlns:a16="http://schemas.microsoft.com/office/drawing/2014/main" id="{9FEB5A66-BBC4-41DC-9389-55B4BC3B8DDB}"/>
              </a:ext>
            </a:extLst>
          </p:cNvPr>
          <p:cNvSpPr/>
          <p:nvPr/>
        </p:nvSpPr>
        <p:spPr>
          <a:xfrm>
            <a:off x="7944333" y="1276075"/>
            <a:ext cx="2356109" cy="120032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4 Coordination Offices: Moyo, Yumbe – Bidi </a:t>
            </a:r>
            <a:r>
              <a:rPr kumimoji="0" lang="en-US" sz="1800" b="0" i="0" u="none" strike="noStrike" kern="1200" cap="none" spc="0" normalizeH="0" baseline="0" noProof="0" dirty="0" err="1">
                <a:ln>
                  <a:noFill/>
                </a:ln>
                <a:solidFill>
                  <a:srgbClr val="7030A0"/>
                </a:solidFill>
                <a:effectLst/>
                <a:uLnTx/>
                <a:uFillTx/>
                <a:latin typeface="Arial" panose="020B0604020202020204" pitchFamily="34" charset="0"/>
                <a:ea typeface="+mn-ea"/>
                <a:cs typeface="Arial" panose="020B0604020202020204" pitchFamily="34" charset="0"/>
              </a:rPr>
              <a:t>Bidi</a:t>
            </a: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 Imvepi &amp; Arua  City</a:t>
            </a:r>
          </a:p>
        </p:txBody>
      </p:sp>
      <p:sp>
        <p:nvSpPr>
          <p:cNvPr id="11" name="Freeform: Shape 10">
            <a:extLst>
              <a:ext uri="{FF2B5EF4-FFF2-40B4-BE49-F238E27FC236}">
                <a16:creationId xmlns:a16="http://schemas.microsoft.com/office/drawing/2014/main" id="{10D06FE6-6BDF-4C19-8E1E-05AB28470BA0}"/>
              </a:ext>
            </a:extLst>
          </p:cNvPr>
          <p:cNvSpPr/>
          <p:nvPr/>
        </p:nvSpPr>
        <p:spPr>
          <a:xfrm>
            <a:off x="11941464" y="2697289"/>
            <a:ext cx="84395" cy="2301620"/>
          </a:xfrm>
          <a:custGeom>
            <a:avLst/>
            <a:gdLst>
              <a:gd name="connsiteX0" fmla="*/ 0 w 254031"/>
              <a:gd name="connsiteY0" fmla="*/ 0 h 2301620"/>
              <a:gd name="connsiteX1" fmla="*/ 254032 w 254031"/>
              <a:gd name="connsiteY1" fmla="*/ 0 h 2301620"/>
              <a:gd name="connsiteX2" fmla="*/ 254032 w 254031"/>
              <a:gd name="connsiteY2" fmla="*/ 2301621 h 2301620"/>
              <a:gd name="connsiteX3" fmla="*/ 0 w 254031"/>
              <a:gd name="connsiteY3" fmla="*/ 2301621 h 2301620"/>
            </a:gdLst>
            <a:ahLst/>
            <a:cxnLst>
              <a:cxn ang="0">
                <a:pos x="connsiteX0" y="connsiteY0"/>
              </a:cxn>
              <a:cxn ang="0">
                <a:pos x="connsiteX1" y="connsiteY1"/>
              </a:cxn>
              <a:cxn ang="0">
                <a:pos x="connsiteX2" y="connsiteY2"/>
              </a:cxn>
              <a:cxn ang="0">
                <a:pos x="connsiteX3" y="connsiteY3"/>
              </a:cxn>
            </a:cxnLst>
            <a:rect l="l" t="t" r="r" b="b"/>
            <a:pathLst>
              <a:path w="254031" h="2301620">
                <a:moveTo>
                  <a:pt x="0" y="0"/>
                </a:moveTo>
                <a:lnTo>
                  <a:pt x="254032" y="0"/>
                </a:lnTo>
                <a:lnTo>
                  <a:pt x="254032" y="2301621"/>
                </a:lnTo>
                <a:lnTo>
                  <a:pt x="0" y="2301621"/>
                </a:lnTo>
                <a:close/>
              </a:path>
            </a:pathLst>
          </a:custGeom>
          <a:solidFill>
            <a:srgbClr val="0E964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Rectangle: Rounded Corners 11">
            <a:extLst>
              <a:ext uri="{FF2B5EF4-FFF2-40B4-BE49-F238E27FC236}">
                <a16:creationId xmlns:a16="http://schemas.microsoft.com/office/drawing/2014/main" id="{77F5AECD-DF4E-45A7-803B-B9147B18559A}"/>
              </a:ext>
            </a:extLst>
          </p:cNvPr>
          <p:cNvSpPr/>
          <p:nvPr/>
        </p:nvSpPr>
        <p:spPr>
          <a:xfrm>
            <a:off x="272143" y="1099336"/>
            <a:ext cx="11780447" cy="5621504"/>
          </a:xfrm>
          <a:prstGeom prst="roundRect">
            <a:avLst>
              <a:gd name="adj" fmla="val 11889"/>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Freeform: Shape 12">
            <a:extLst>
              <a:ext uri="{FF2B5EF4-FFF2-40B4-BE49-F238E27FC236}">
                <a16:creationId xmlns:a16="http://schemas.microsoft.com/office/drawing/2014/main" id="{7BEB3873-3CC5-4852-8A79-D462F92C5A57}"/>
              </a:ext>
            </a:extLst>
          </p:cNvPr>
          <p:cNvSpPr/>
          <p:nvPr/>
        </p:nvSpPr>
        <p:spPr>
          <a:xfrm>
            <a:off x="160384" y="249925"/>
            <a:ext cx="12031616" cy="695553"/>
          </a:xfrm>
          <a:custGeom>
            <a:avLst/>
            <a:gdLst>
              <a:gd name="connsiteX0" fmla="*/ 0 w 7216711"/>
              <a:gd name="connsiteY0" fmla="*/ 0 h 1273873"/>
              <a:gd name="connsiteX1" fmla="*/ 7216712 w 7216711"/>
              <a:gd name="connsiteY1" fmla="*/ 0 h 1273873"/>
              <a:gd name="connsiteX2" fmla="*/ 7216712 w 7216711"/>
              <a:gd name="connsiteY2" fmla="*/ 1273874 h 1273873"/>
              <a:gd name="connsiteX3" fmla="*/ 0 w 7216711"/>
              <a:gd name="connsiteY3" fmla="*/ 1273874 h 1273873"/>
            </a:gdLst>
            <a:ahLst/>
            <a:cxnLst>
              <a:cxn ang="0">
                <a:pos x="connsiteX0" y="connsiteY0"/>
              </a:cxn>
              <a:cxn ang="0">
                <a:pos x="connsiteX1" y="connsiteY1"/>
              </a:cxn>
              <a:cxn ang="0">
                <a:pos x="connsiteX2" y="connsiteY2"/>
              </a:cxn>
              <a:cxn ang="0">
                <a:pos x="connsiteX3" y="connsiteY3"/>
              </a:cxn>
            </a:cxnLst>
            <a:rect l="l" t="t" r="r" b="b"/>
            <a:pathLst>
              <a:path w="7216711" h="1273873">
                <a:moveTo>
                  <a:pt x="0" y="0"/>
                </a:moveTo>
                <a:lnTo>
                  <a:pt x="7216712" y="0"/>
                </a:lnTo>
                <a:lnTo>
                  <a:pt x="7216712" y="1273874"/>
                </a:lnTo>
                <a:lnTo>
                  <a:pt x="0" y="1273874"/>
                </a:lnTo>
                <a:close/>
              </a:path>
            </a:pathLst>
          </a:custGeom>
          <a:solidFill>
            <a:srgbClr val="00763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a:ea typeface="+mn-ea"/>
              <a:cs typeface="+mn-cs"/>
            </a:endParaRPr>
          </a:p>
        </p:txBody>
      </p:sp>
      <p:sp>
        <p:nvSpPr>
          <p:cNvPr id="14" name="TextBox 13">
            <a:extLst>
              <a:ext uri="{FF2B5EF4-FFF2-40B4-BE49-F238E27FC236}">
                <a16:creationId xmlns:a16="http://schemas.microsoft.com/office/drawing/2014/main" id="{E6F6E5CC-9D38-44F1-8C87-F45D9678275C}"/>
              </a:ext>
            </a:extLst>
          </p:cNvPr>
          <p:cNvSpPr txBox="1"/>
          <p:nvPr/>
        </p:nvSpPr>
        <p:spPr>
          <a:xfrm>
            <a:off x="2312818" y="188079"/>
            <a:ext cx="7566367"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Poppins"/>
                <a:rtl val="0"/>
              </a:rPr>
              <a:t>About </a:t>
            </a:r>
            <a:r>
              <a:rPr kumimoji="0" lang="en-US" sz="420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Poppins"/>
                <a:rtl val="0"/>
              </a:rPr>
              <a:t>RICE</a:t>
            </a:r>
            <a:r>
              <a:rPr kumimoji="0" lang="en-US" sz="42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sym typeface="Poppins"/>
                <a:rtl val="0"/>
              </a:rPr>
              <a:t> </a:t>
            </a:r>
            <a:r>
              <a:rPr kumimoji="0" lang="en-US" sz="42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sym typeface="Poppins"/>
                <a:rtl val="0"/>
              </a:rPr>
              <a:t>West Nile (</a:t>
            </a:r>
            <a:r>
              <a:rPr kumimoji="0" lang="en-US" sz="420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sym typeface="Poppins"/>
                <a:rtl val="0"/>
              </a:rPr>
              <a:t>Contd</a:t>
            </a:r>
            <a:r>
              <a:rPr kumimoji="0" lang="en-US" sz="42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sym typeface="Poppins"/>
                <a:rtl val="0"/>
              </a:rPr>
              <a:t>)</a:t>
            </a:r>
          </a:p>
        </p:txBody>
      </p:sp>
      <p:pic>
        <p:nvPicPr>
          <p:cNvPr id="15" name="Picture 14">
            <a:extLst>
              <a:ext uri="{FF2B5EF4-FFF2-40B4-BE49-F238E27FC236}">
                <a16:creationId xmlns:a16="http://schemas.microsoft.com/office/drawing/2014/main" id="{AA550917-F240-49EB-B06D-366529BCFF4A}"/>
              </a:ext>
            </a:extLst>
          </p:cNvPr>
          <p:cNvPicPr>
            <a:picLocks noChangeAspect="1"/>
          </p:cNvPicPr>
          <p:nvPr/>
        </p:nvPicPr>
        <p:blipFill>
          <a:blip r:embed="rId2" cstate="print">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5189956" y="1356569"/>
            <a:ext cx="1664010" cy="1248008"/>
          </a:xfrm>
          <a:prstGeom prst="rect">
            <a:avLst/>
          </a:prstGeom>
        </p:spPr>
      </p:pic>
      <p:sp>
        <p:nvSpPr>
          <p:cNvPr id="16" name="Rectangle: Rounded Corners 15">
            <a:extLst>
              <a:ext uri="{FF2B5EF4-FFF2-40B4-BE49-F238E27FC236}">
                <a16:creationId xmlns:a16="http://schemas.microsoft.com/office/drawing/2014/main" id="{11C39D8C-C358-4D54-82C7-DC6445406940}"/>
              </a:ext>
            </a:extLst>
          </p:cNvPr>
          <p:cNvSpPr/>
          <p:nvPr/>
        </p:nvSpPr>
        <p:spPr>
          <a:xfrm>
            <a:off x="5219228" y="1396072"/>
            <a:ext cx="1568895" cy="1254839"/>
          </a:xfrm>
          <a:prstGeom prst="roundRect">
            <a:avLst>
              <a:gd name="adj" fmla="val 11889"/>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7" name="Picture 16">
            <a:extLst>
              <a:ext uri="{FF2B5EF4-FFF2-40B4-BE49-F238E27FC236}">
                <a16:creationId xmlns:a16="http://schemas.microsoft.com/office/drawing/2014/main" id="{E08E17EB-3945-491E-954E-05824AE9B755}"/>
              </a:ext>
            </a:extLst>
          </p:cNvPr>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5287748" y="5332555"/>
            <a:ext cx="898198" cy="1133374"/>
          </a:xfrm>
          <a:prstGeom prst="rect">
            <a:avLst/>
          </a:prstGeom>
        </p:spPr>
      </p:pic>
      <p:sp>
        <p:nvSpPr>
          <p:cNvPr id="18" name="Rectangle: Rounded Corners 17">
            <a:extLst>
              <a:ext uri="{FF2B5EF4-FFF2-40B4-BE49-F238E27FC236}">
                <a16:creationId xmlns:a16="http://schemas.microsoft.com/office/drawing/2014/main" id="{1C5CE592-CD8C-4201-8F86-73D2CDF4A9EE}"/>
              </a:ext>
            </a:extLst>
          </p:cNvPr>
          <p:cNvSpPr/>
          <p:nvPr/>
        </p:nvSpPr>
        <p:spPr>
          <a:xfrm>
            <a:off x="5188407" y="5277501"/>
            <a:ext cx="1723056" cy="1254839"/>
          </a:xfrm>
          <a:prstGeom prst="roundRect">
            <a:avLst>
              <a:gd name="adj" fmla="val 11889"/>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9" name="Connector: Elbow 18">
            <a:extLst>
              <a:ext uri="{FF2B5EF4-FFF2-40B4-BE49-F238E27FC236}">
                <a16:creationId xmlns:a16="http://schemas.microsoft.com/office/drawing/2014/main" id="{29437906-2825-4B42-9367-F266DE233251}"/>
              </a:ext>
            </a:extLst>
          </p:cNvPr>
          <p:cNvCxnSpPr>
            <a:cxnSpLocks/>
          </p:cNvCxnSpPr>
          <p:nvPr/>
        </p:nvCxnSpPr>
        <p:spPr>
          <a:xfrm rot="10800000" flipV="1">
            <a:off x="5315833" y="3995960"/>
            <a:ext cx="2600799" cy="128340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C54B8BA8-D94A-4750-91F6-7DB398EDE9D5}"/>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6235880" y="5758664"/>
            <a:ext cx="536551" cy="677037"/>
          </a:xfrm>
          <a:prstGeom prst="rect">
            <a:avLst/>
          </a:prstGeom>
        </p:spPr>
      </p:pic>
      <p:sp>
        <p:nvSpPr>
          <p:cNvPr id="21" name="Rectangle: Rounded Corners 20">
            <a:extLst>
              <a:ext uri="{FF2B5EF4-FFF2-40B4-BE49-F238E27FC236}">
                <a16:creationId xmlns:a16="http://schemas.microsoft.com/office/drawing/2014/main" id="{7496DD6A-5AF8-4357-8917-FB913D48E749}"/>
              </a:ext>
            </a:extLst>
          </p:cNvPr>
          <p:cNvSpPr/>
          <p:nvPr/>
        </p:nvSpPr>
        <p:spPr>
          <a:xfrm>
            <a:off x="10196801" y="5263852"/>
            <a:ext cx="1723056" cy="1439195"/>
          </a:xfrm>
          <a:prstGeom prst="roundRect">
            <a:avLst>
              <a:gd name="adj" fmla="val 26249"/>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22" name="Picture 21">
            <a:extLst>
              <a:ext uri="{FF2B5EF4-FFF2-40B4-BE49-F238E27FC236}">
                <a16:creationId xmlns:a16="http://schemas.microsoft.com/office/drawing/2014/main" id="{D42595E3-F4B1-438E-A7D7-D9EF8810A88A}"/>
              </a:ext>
            </a:extLst>
          </p:cNvPr>
          <p:cNvPicPr>
            <a:picLocks noChangeAspect="1"/>
          </p:cNvPicPr>
          <p:nvPr/>
        </p:nvPicPr>
        <p:blipFill>
          <a:blip r:embed="rId6" cstate="print">
            <a:extLst>
              <a:ext uri="{28A0092B-C50C-407E-A947-70E740481C1C}">
                <a14:useLocalDpi xmlns:a14="http://schemas.microsoft.com/office/drawing/2010/main" val="0"/>
              </a:ext>
            </a:extLst>
          </a:blip>
          <a:srcRect t="9853" b="34808"/>
          <a:stretch/>
        </p:blipFill>
        <p:spPr>
          <a:xfrm>
            <a:off x="10355034" y="5332556"/>
            <a:ext cx="1563310" cy="1248930"/>
          </a:xfrm>
          <a:prstGeom prst="rect">
            <a:avLst/>
          </a:prstGeom>
        </p:spPr>
      </p:pic>
      <p:sp>
        <p:nvSpPr>
          <p:cNvPr id="23" name="Rectangle 22">
            <a:extLst>
              <a:ext uri="{FF2B5EF4-FFF2-40B4-BE49-F238E27FC236}">
                <a16:creationId xmlns:a16="http://schemas.microsoft.com/office/drawing/2014/main" id="{F8933EA1-9C29-47C3-922D-A9F0D4AEAB1F}"/>
              </a:ext>
            </a:extLst>
          </p:cNvPr>
          <p:cNvSpPr/>
          <p:nvPr/>
        </p:nvSpPr>
        <p:spPr>
          <a:xfrm>
            <a:off x="8711158" y="5610265"/>
            <a:ext cx="1530315"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Head Office in  Arua City</a:t>
            </a:r>
          </a:p>
        </p:txBody>
      </p:sp>
      <p:sp>
        <p:nvSpPr>
          <p:cNvPr id="24" name="Rectangle: Rounded Corners 23">
            <a:extLst>
              <a:ext uri="{FF2B5EF4-FFF2-40B4-BE49-F238E27FC236}">
                <a16:creationId xmlns:a16="http://schemas.microsoft.com/office/drawing/2014/main" id="{C8F1478D-9242-44D2-A98E-8712F08CE814}"/>
              </a:ext>
            </a:extLst>
          </p:cNvPr>
          <p:cNvSpPr/>
          <p:nvPr/>
        </p:nvSpPr>
        <p:spPr>
          <a:xfrm>
            <a:off x="10201832" y="1417279"/>
            <a:ext cx="1568895" cy="1254839"/>
          </a:xfrm>
          <a:prstGeom prst="roundRect">
            <a:avLst>
              <a:gd name="adj" fmla="val 11889"/>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25" name="Picture 24">
            <a:extLst>
              <a:ext uri="{FF2B5EF4-FFF2-40B4-BE49-F238E27FC236}">
                <a16:creationId xmlns:a16="http://schemas.microsoft.com/office/drawing/2014/main" id="{DB940C96-383E-44EB-8F51-757853F50D62}"/>
              </a:ext>
            </a:extLst>
          </p:cNvPr>
          <p:cNvPicPr>
            <a:picLocks noChangeAspect="1"/>
          </p:cNvPicPr>
          <p:nvPr/>
        </p:nvPicPr>
        <p:blipFill>
          <a:blip r:embed="rId7"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0871278" y="1613539"/>
            <a:ext cx="827464" cy="885260"/>
          </a:xfrm>
          <a:prstGeom prst="rect">
            <a:avLst/>
          </a:prstGeom>
        </p:spPr>
      </p:pic>
      <p:pic>
        <p:nvPicPr>
          <p:cNvPr id="26" name="Picture 25">
            <a:extLst>
              <a:ext uri="{FF2B5EF4-FFF2-40B4-BE49-F238E27FC236}">
                <a16:creationId xmlns:a16="http://schemas.microsoft.com/office/drawing/2014/main" id="{41688C02-5A36-4C6B-A9ED-D3EE1213DF9D}"/>
              </a:ext>
            </a:extLst>
          </p:cNvPr>
          <p:cNvPicPr>
            <a:picLocks noChangeAspect="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0430766" y="2049993"/>
            <a:ext cx="418996" cy="448262"/>
          </a:xfrm>
          <a:prstGeom prst="rect">
            <a:avLst/>
          </a:prstGeom>
        </p:spPr>
      </p:pic>
      <p:sp>
        <p:nvSpPr>
          <p:cNvPr id="27" name="Freeform: Shape 26">
            <a:extLst>
              <a:ext uri="{FF2B5EF4-FFF2-40B4-BE49-F238E27FC236}">
                <a16:creationId xmlns:a16="http://schemas.microsoft.com/office/drawing/2014/main" id="{1208E8D9-A25D-4926-872C-0972DDF4A5EA}"/>
              </a:ext>
            </a:extLst>
          </p:cNvPr>
          <p:cNvSpPr/>
          <p:nvPr/>
        </p:nvSpPr>
        <p:spPr>
          <a:xfrm flipH="1">
            <a:off x="91109" y="-32020"/>
            <a:ext cx="88858" cy="6752860"/>
          </a:xfrm>
          <a:custGeom>
            <a:avLst/>
            <a:gdLst>
              <a:gd name="connsiteX0" fmla="*/ 0 w 254031"/>
              <a:gd name="connsiteY0" fmla="*/ 0 h 2301620"/>
              <a:gd name="connsiteX1" fmla="*/ 254032 w 254031"/>
              <a:gd name="connsiteY1" fmla="*/ 0 h 2301620"/>
              <a:gd name="connsiteX2" fmla="*/ 254032 w 254031"/>
              <a:gd name="connsiteY2" fmla="*/ 2301621 h 2301620"/>
              <a:gd name="connsiteX3" fmla="*/ 0 w 254031"/>
              <a:gd name="connsiteY3" fmla="*/ 2301621 h 2301620"/>
            </a:gdLst>
            <a:ahLst/>
            <a:cxnLst>
              <a:cxn ang="0">
                <a:pos x="connsiteX0" y="connsiteY0"/>
              </a:cxn>
              <a:cxn ang="0">
                <a:pos x="connsiteX1" y="connsiteY1"/>
              </a:cxn>
              <a:cxn ang="0">
                <a:pos x="connsiteX2" y="connsiteY2"/>
              </a:cxn>
              <a:cxn ang="0">
                <a:pos x="connsiteX3" y="connsiteY3"/>
              </a:cxn>
            </a:cxnLst>
            <a:rect l="l" t="t" r="r" b="b"/>
            <a:pathLst>
              <a:path w="254031" h="2301620">
                <a:moveTo>
                  <a:pt x="0" y="0"/>
                </a:moveTo>
                <a:lnTo>
                  <a:pt x="254032" y="0"/>
                </a:lnTo>
                <a:lnTo>
                  <a:pt x="254032" y="2301621"/>
                </a:lnTo>
                <a:lnTo>
                  <a:pt x="0" y="2301621"/>
                </a:lnTo>
                <a:close/>
              </a:path>
            </a:pathLst>
          </a:custGeom>
          <a:solidFill>
            <a:srgbClr val="00763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Oval 32">
            <a:extLst>
              <a:ext uri="{FF2B5EF4-FFF2-40B4-BE49-F238E27FC236}">
                <a16:creationId xmlns:a16="http://schemas.microsoft.com/office/drawing/2014/main" id="{DE910DCE-055D-08C7-45E5-03B2F428F9D8}"/>
              </a:ext>
            </a:extLst>
          </p:cNvPr>
          <p:cNvSpPr/>
          <p:nvPr/>
        </p:nvSpPr>
        <p:spPr>
          <a:xfrm>
            <a:off x="355284" y="1238954"/>
            <a:ext cx="5084145" cy="4858161"/>
          </a:xfrm>
          <a:prstGeom prst="ellipse">
            <a:avLst/>
          </a:prstGeom>
          <a:solidFill>
            <a:srgbClr val="C6FCDD"/>
          </a:solidFill>
          <a:ln>
            <a:solidFill>
              <a:srgbClr val="C6FC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1A0A0B88-910A-843E-8CAD-1CDB6119F000}"/>
              </a:ext>
            </a:extLst>
          </p:cNvPr>
          <p:cNvSpPr txBox="1"/>
          <p:nvPr/>
        </p:nvSpPr>
        <p:spPr>
          <a:xfrm>
            <a:off x="3826846" y="4370763"/>
            <a:ext cx="1664010" cy="600164"/>
          </a:xfrm>
          <a:prstGeom prst="rect">
            <a:avLst/>
          </a:prstGeom>
          <a:noFill/>
        </p:spPr>
        <p:txBody>
          <a:bodyPr wrap="square" rtlCol="0">
            <a:spAutoFit/>
          </a:bodyPr>
          <a:lstStyle/>
          <a:p>
            <a:r>
              <a:rPr lang="en-US" sz="1100" b="1" dirty="0">
                <a:solidFill>
                  <a:srgbClr val="1D29FA"/>
                </a:solidFill>
                <a:latin typeface="ADLaM Display" panose="020F0502020204030204" pitchFamily="2" charset="0"/>
                <a:ea typeface="ADLaM Display" panose="020F0502020204030204" pitchFamily="2" charset="0"/>
                <a:cs typeface="ADLaM Display" panose="020F0502020204030204" pitchFamily="2" charset="0"/>
              </a:rPr>
              <a:t>Legend</a:t>
            </a:r>
          </a:p>
          <a:p>
            <a:r>
              <a:rPr lang="en-US" sz="1100" dirty="0">
                <a:solidFill>
                  <a:srgbClr val="1D29FA"/>
                </a:solidFill>
                <a:latin typeface="ADLaM Display" panose="020F0502020204030204" pitchFamily="2" charset="0"/>
                <a:ea typeface="ADLaM Display" panose="020F0502020204030204" pitchFamily="2" charset="0"/>
                <a:cs typeface="ADLaM Display" panose="020F0502020204030204" pitchFamily="2" charset="0"/>
              </a:rPr>
              <a:t>    Coverage</a:t>
            </a:r>
          </a:p>
          <a:p>
            <a:r>
              <a:rPr lang="en-US" sz="1100" dirty="0">
                <a:solidFill>
                  <a:srgbClr val="1D29FA"/>
                </a:solidFill>
                <a:latin typeface="ADLaM Display" panose="020F0502020204030204" pitchFamily="2" charset="0"/>
                <a:ea typeface="ADLaM Display" panose="020F0502020204030204" pitchFamily="2" charset="0"/>
                <a:cs typeface="ADLaM Display" panose="020F0502020204030204" pitchFamily="2" charset="0"/>
              </a:rPr>
              <a:t>    Program Office</a:t>
            </a:r>
          </a:p>
        </p:txBody>
      </p:sp>
      <p:pic>
        <p:nvPicPr>
          <p:cNvPr id="32" name="Picture 31">
            <a:extLst>
              <a:ext uri="{FF2B5EF4-FFF2-40B4-BE49-F238E27FC236}">
                <a16:creationId xmlns:a16="http://schemas.microsoft.com/office/drawing/2014/main" id="{4F0D3A69-770C-77C5-E085-9D1CFEF49411}"/>
              </a:ext>
            </a:extLst>
          </p:cNvPr>
          <p:cNvPicPr>
            <a:picLocks noChangeAspect="1"/>
          </p:cNvPicPr>
          <p:nvPr/>
        </p:nvPicPr>
        <p:blipFill>
          <a:blip r:embed="rId9"/>
          <a:stretch>
            <a:fillRect/>
          </a:stretch>
        </p:blipFill>
        <p:spPr>
          <a:xfrm>
            <a:off x="982290" y="1538266"/>
            <a:ext cx="3622341" cy="3781467"/>
          </a:xfrm>
          <a:prstGeom prst="rect">
            <a:avLst/>
          </a:prstGeom>
        </p:spPr>
      </p:pic>
      <p:pic>
        <p:nvPicPr>
          <p:cNvPr id="28" name="Picture 27" descr="A green and white map&#10;&#10;AI-generated content may be incorrect.">
            <a:extLst>
              <a:ext uri="{FF2B5EF4-FFF2-40B4-BE49-F238E27FC236}">
                <a16:creationId xmlns:a16="http://schemas.microsoft.com/office/drawing/2014/main" id="{144B7174-2B56-4174-B1C2-0DDC31825D31}"/>
              </a:ext>
            </a:extLst>
          </p:cNvPr>
          <p:cNvPicPr>
            <a:picLocks noChangeAspect="1"/>
          </p:cNvPicPr>
          <p:nvPr/>
        </p:nvPicPr>
        <p:blipFill>
          <a:blip r:embed="rId10" cstate="print">
            <a:extLst>
              <a:ext uri="{28A0092B-C50C-407E-A947-70E740481C1C}">
                <a14:useLocalDpi xmlns:a14="http://schemas.microsoft.com/office/drawing/2010/main" val="0"/>
              </a:ext>
            </a:extLst>
          </a:blip>
          <a:srcRect l="73541" t="72166" r="21880" b="24744"/>
          <a:stretch>
            <a:fillRect/>
          </a:stretch>
        </p:blipFill>
        <p:spPr>
          <a:xfrm>
            <a:off x="3918400" y="4620681"/>
            <a:ext cx="159963" cy="107950"/>
          </a:xfrm>
          <a:prstGeom prst="rect">
            <a:avLst/>
          </a:prstGeom>
        </p:spPr>
      </p:pic>
      <p:pic>
        <p:nvPicPr>
          <p:cNvPr id="40" name="Picture 39">
            <a:extLst>
              <a:ext uri="{FF2B5EF4-FFF2-40B4-BE49-F238E27FC236}">
                <a16:creationId xmlns:a16="http://schemas.microsoft.com/office/drawing/2014/main" id="{D85B40F1-6135-801F-AFE7-021FDDBFED5A}"/>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1889441" y="2293793"/>
            <a:ext cx="45719" cy="57690"/>
          </a:xfrm>
          <a:prstGeom prst="rect">
            <a:avLst/>
          </a:prstGeom>
        </p:spPr>
      </p:pic>
      <p:pic>
        <p:nvPicPr>
          <p:cNvPr id="41" name="Picture 40">
            <a:extLst>
              <a:ext uri="{FF2B5EF4-FFF2-40B4-BE49-F238E27FC236}">
                <a16:creationId xmlns:a16="http://schemas.microsoft.com/office/drawing/2014/main" id="{4E6E401B-C8C9-302D-07E5-B8A40C207B63}"/>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2064700" y="2164898"/>
            <a:ext cx="45719" cy="57690"/>
          </a:xfrm>
          <a:prstGeom prst="rect">
            <a:avLst/>
          </a:prstGeom>
        </p:spPr>
      </p:pic>
      <p:pic>
        <p:nvPicPr>
          <p:cNvPr id="42" name="Picture 41">
            <a:extLst>
              <a:ext uri="{FF2B5EF4-FFF2-40B4-BE49-F238E27FC236}">
                <a16:creationId xmlns:a16="http://schemas.microsoft.com/office/drawing/2014/main" id="{DE088BA5-6372-BF2A-B319-A2BAF4660037}"/>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2075190" y="1866443"/>
            <a:ext cx="45719" cy="57690"/>
          </a:xfrm>
          <a:prstGeom prst="rect">
            <a:avLst/>
          </a:prstGeom>
        </p:spPr>
      </p:pic>
      <p:pic>
        <p:nvPicPr>
          <p:cNvPr id="43" name="Picture 42">
            <a:extLst>
              <a:ext uri="{FF2B5EF4-FFF2-40B4-BE49-F238E27FC236}">
                <a16:creationId xmlns:a16="http://schemas.microsoft.com/office/drawing/2014/main" id="{14342287-1080-B712-515C-F1943B5707D8}"/>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2439690" y="1868558"/>
            <a:ext cx="45719" cy="57690"/>
          </a:xfrm>
          <a:prstGeom prst="rect">
            <a:avLst/>
          </a:prstGeom>
        </p:spPr>
      </p:pic>
      <p:pic>
        <p:nvPicPr>
          <p:cNvPr id="44" name="Picture 43">
            <a:extLst>
              <a:ext uri="{FF2B5EF4-FFF2-40B4-BE49-F238E27FC236}">
                <a16:creationId xmlns:a16="http://schemas.microsoft.com/office/drawing/2014/main" id="{D896C84A-6159-1FE2-2399-BE89C57A40F0}"/>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3933306" y="4754990"/>
            <a:ext cx="101042" cy="127499"/>
          </a:xfrm>
          <a:prstGeom prst="rect">
            <a:avLst/>
          </a:prstGeom>
        </p:spPr>
      </p:pic>
    </p:spTree>
    <p:extLst>
      <p:ext uri="{BB962C8B-B14F-4D97-AF65-F5344CB8AC3E}">
        <p14:creationId xmlns:p14="http://schemas.microsoft.com/office/powerpoint/2010/main" val="11133171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46667" fill="hold" grpId="0" nodeType="withEffect">
                                  <p:stCondLst>
                                    <p:cond delay="75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750" fill="hold"/>
                                        <p:tgtEl>
                                          <p:spTgt spid="13"/>
                                        </p:tgtEl>
                                        <p:attrNameLst>
                                          <p:attrName>ppt_x</p:attrName>
                                        </p:attrNameLst>
                                      </p:cBhvr>
                                      <p:tavLst>
                                        <p:tav tm="0">
                                          <p:val>
                                            <p:strVal val="0-#ppt_w/2"/>
                                          </p:val>
                                        </p:tav>
                                        <p:tav tm="100000">
                                          <p:val>
                                            <p:strVal val="#ppt_x"/>
                                          </p:val>
                                        </p:tav>
                                      </p:tavLst>
                                    </p:anim>
                                    <p:anim calcmode="lin" valueType="num">
                                      <p:cBhvr additive="base">
                                        <p:cTn id="8" dur="75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2" presetClass="entr" presetSubtype="8" decel="46667"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3000" fill="hold"/>
                                        <p:tgtEl>
                                          <p:spTgt spid="14"/>
                                        </p:tgtEl>
                                        <p:attrNameLst>
                                          <p:attrName>ppt_x</p:attrName>
                                        </p:attrNameLst>
                                      </p:cBhvr>
                                      <p:tavLst>
                                        <p:tav tm="0">
                                          <p:val>
                                            <p:strVal val="0-#ppt_w/2"/>
                                          </p:val>
                                        </p:tav>
                                        <p:tav tm="100000">
                                          <p:val>
                                            <p:strVal val="#ppt_x"/>
                                          </p:val>
                                        </p:tav>
                                      </p:tavLst>
                                    </p:anim>
                                    <p:anim calcmode="lin" valueType="num">
                                      <p:cBhvr additive="base">
                                        <p:cTn id="13" dur="30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2D4D-036F-49F0-B659-74A798EAD648}"/>
              </a:ext>
            </a:extLst>
          </p:cNvPr>
          <p:cNvSpPr txBox="1">
            <a:spLocks/>
          </p:cNvSpPr>
          <p:nvPr/>
        </p:nvSpPr>
        <p:spPr>
          <a:xfrm>
            <a:off x="139148" y="327991"/>
            <a:ext cx="11956774" cy="646044"/>
          </a:xfrm>
          <a:prstGeom prst="rect">
            <a:avLst/>
          </a:prstGeom>
          <a:solidFill>
            <a:srgbClr val="00763C"/>
          </a:solidFill>
          <a:ln>
            <a:noFill/>
          </a:ln>
        </p:spPr>
        <p:txBody>
          <a:bodyP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pPr algn="ctr"/>
            <a:r>
              <a:rPr lang="en-US" sz="4000" b="1">
                <a:solidFill>
                  <a:schemeClr val="bg1"/>
                </a:solidFill>
                <a:latin typeface="Arial" panose="020B0604020202020204" pitchFamily="34" charset="0"/>
                <a:cs typeface="Arial" panose="020B0604020202020204" pitchFamily="34" charset="0"/>
              </a:rPr>
              <a:t>Core </a:t>
            </a:r>
            <a:r>
              <a:rPr lang="en-US" sz="4000">
                <a:solidFill>
                  <a:schemeClr val="bg1"/>
                </a:solidFill>
                <a:latin typeface="Arial" panose="020B0604020202020204" pitchFamily="34" charset="0"/>
                <a:cs typeface="Arial" panose="020B0604020202020204" pitchFamily="34" charset="0"/>
              </a:rPr>
              <a:t>Program Areas</a:t>
            </a:r>
            <a:endParaRPr lang="x-none" sz="4000"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E80FD07-F6D6-4B9A-A4D7-83B87FA20D27}"/>
              </a:ext>
            </a:extLst>
          </p:cNvPr>
          <p:cNvSpPr txBox="1"/>
          <p:nvPr/>
        </p:nvSpPr>
        <p:spPr>
          <a:xfrm>
            <a:off x="339744" y="1412002"/>
            <a:ext cx="10998816" cy="400110"/>
          </a:xfrm>
          <a:prstGeom prst="rect">
            <a:avLst/>
          </a:prstGeom>
          <a:noFill/>
        </p:spPr>
        <p:txBody>
          <a:bodyPr wrap="square" rtlCol="0">
            <a:spAutoFit/>
          </a:bodyPr>
          <a:lstStyle/>
          <a:p>
            <a:pPr algn="just"/>
            <a:r>
              <a:rPr lang="en-US" sz="2000" dirty="0">
                <a:solidFill>
                  <a:srgbClr val="7030A0"/>
                </a:solidFill>
                <a:latin typeface="Arial" panose="020B0604020202020204" pitchFamily="34" charset="0"/>
                <a:cs typeface="Arial" panose="020B0604020202020204" pitchFamily="34" charset="0"/>
              </a:rPr>
              <a:t>RICE West Nile delivers its key strategic objectives through 5  Core Program Areas namely;</a:t>
            </a:r>
            <a:endParaRPr lang="en-US" sz="2000" dirty="0">
              <a:solidFill>
                <a:srgbClr val="7030A0"/>
              </a:solidFill>
              <a:latin typeface="Arial" panose="020B0604020202020204" pitchFamily="34" charset="0"/>
              <a:ea typeface="Tahoma" panose="020B060403050404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C1EC2FDC-9EF1-47C8-9EDB-7D37403D4C34}"/>
              </a:ext>
            </a:extLst>
          </p:cNvPr>
          <p:cNvSpPr/>
          <p:nvPr/>
        </p:nvSpPr>
        <p:spPr>
          <a:xfrm rot="5400000" flipH="1">
            <a:off x="6122185" y="-5004725"/>
            <a:ext cx="46140" cy="12256055"/>
          </a:xfrm>
          <a:custGeom>
            <a:avLst/>
            <a:gdLst>
              <a:gd name="connsiteX0" fmla="*/ 14288 w 28575"/>
              <a:gd name="connsiteY0" fmla="*/ 14288 h 1095375"/>
              <a:gd name="connsiteX1" fmla="*/ 14288 w 28575"/>
              <a:gd name="connsiteY1" fmla="*/ 1082802 h 1095375"/>
            </a:gdLst>
            <a:ahLst/>
            <a:cxnLst>
              <a:cxn ang="0">
                <a:pos x="connsiteX0" y="connsiteY0"/>
              </a:cxn>
              <a:cxn ang="0">
                <a:pos x="connsiteX1" y="connsiteY1"/>
              </a:cxn>
            </a:cxnLst>
            <a:rect l="l" t="t" r="r" b="b"/>
            <a:pathLst>
              <a:path w="28575" h="1095375">
                <a:moveTo>
                  <a:pt x="14288" y="14288"/>
                </a:moveTo>
                <a:lnTo>
                  <a:pt x="14288" y="1082802"/>
                </a:lnTo>
              </a:path>
            </a:pathLst>
          </a:custGeom>
          <a:ln w="19050" cap="flat">
            <a:solidFill>
              <a:srgbClr val="7030A0"/>
            </a:solidFill>
            <a:prstDash val="solid"/>
            <a:miter/>
          </a:ln>
        </p:spPr>
        <p:txBody>
          <a:bodyPr rtlCol="0" anchor="ctr"/>
          <a:lstStyle/>
          <a:p>
            <a:endParaRPr lang="en-US"/>
          </a:p>
        </p:txBody>
      </p:sp>
      <p:grpSp>
        <p:nvGrpSpPr>
          <p:cNvPr id="5" name="Group 4">
            <a:extLst>
              <a:ext uri="{FF2B5EF4-FFF2-40B4-BE49-F238E27FC236}">
                <a16:creationId xmlns:a16="http://schemas.microsoft.com/office/drawing/2014/main" id="{8197FF58-24C9-4EC8-B28C-EE4FABA68E9E}"/>
              </a:ext>
            </a:extLst>
          </p:cNvPr>
          <p:cNvGrpSpPr/>
          <p:nvPr/>
        </p:nvGrpSpPr>
        <p:grpSpPr>
          <a:xfrm>
            <a:off x="421302" y="2079057"/>
            <a:ext cx="2818713" cy="950989"/>
            <a:chOff x="452247" y="2457341"/>
            <a:chExt cx="3173762" cy="1090797"/>
          </a:xfrm>
        </p:grpSpPr>
        <p:grpSp>
          <p:nvGrpSpPr>
            <p:cNvPr id="6" name="Group 5">
              <a:extLst>
                <a:ext uri="{FF2B5EF4-FFF2-40B4-BE49-F238E27FC236}">
                  <a16:creationId xmlns:a16="http://schemas.microsoft.com/office/drawing/2014/main" id="{B7C759CC-B0EB-4BEA-9039-9B1E8A61BF9B}"/>
                </a:ext>
              </a:extLst>
            </p:cNvPr>
            <p:cNvGrpSpPr/>
            <p:nvPr/>
          </p:nvGrpSpPr>
          <p:grpSpPr>
            <a:xfrm>
              <a:off x="666083" y="2577166"/>
              <a:ext cx="2959926" cy="970972"/>
              <a:chOff x="666083" y="2577166"/>
              <a:chExt cx="2959926" cy="970972"/>
            </a:xfrm>
          </p:grpSpPr>
          <p:sp>
            <p:nvSpPr>
              <p:cNvPr id="10" name="Rectangle: Rounded Corners 9">
                <a:extLst>
                  <a:ext uri="{FF2B5EF4-FFF2-40B4-BE49-F238E27FC236}">
                    <a16:creationId xmlns:a16="http://schemas.microsoft.com/office/drawing/2014/main" id="{357B1C24-E1F3-456A-B42B-8340FC8C1486}"/>
                  </a:ext>
                </a:extLst>
              </p:cNvPr>
              <p:cNvSpPr/>
              <p:nvPr/>
            </p:nvSpPr>
            <p:spPr>
              <a:xfrm>
                <a:off x="666083" y="2577166"/>
                <a:ext cx="2842579" cy="970972"/>
              </a:xfrm>
              <a:prstGeom prst="roundRect">
                <a:avLst>
                  <a:gd name="adj" fmla="val 1188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1" name="TextBox 10">
                <a:extLst>
                  <a:ext uri="{FF2B5EF4-FFF2-40B4-BE49-F238E27FC236}">
                    <a16:creationId xmlns:a16="http://schemas.microsoft.com/office/drawing/2014/main" id="{69446E2B-9032-434A-B6F4-B3D683BC0B44}"/>
                  </a:ext>
                </a:extLst>
              </p:cNvPr>
              <p:cNvSpPr txBox="1"/>
              <p:nvPr/>
            </p:nvSpPr>
            <p:spPr>
              <a:xfrm>
                <a:off x="901542" y="2903305"/>
                <a:ext cx="2724467" cy="458931"/>
              </a:xfrm>
              <a:prstGeom prst="rect">
                <a:avLst/>
              </a:prstGeom>
              <a:noFill/>
            </p:spPr>
            <p:txBody>
              <a:bodyPr wrap="square" rtlCol="0">
                <a:spAutoFit/>
              </a:bodyPr>
              <a:lstStyle/>
              <a:p>
                <a:r>
                  <a:rPr lang="en-US" sz="2000" b="1" dirty="0">
                    <a:solidFill>
                      <a:schemeClr val="accent6">
                        <a:lumMod val="75000"/>
                      </a:schemeClr>
                    </a:solidFill>
                    <a:latin typeface="Arial" panose="020B0604020202020204" pitchFamily="34" charset="0"/>
                    <a:cs typeface="Arial" panose="020B0604020202020204" pitchFamily="34" charset="0"/>
                    <a:sym typeface="Montserrat"/>
                    <a:rtl val="0"/>
                  </a:rPr>
                  <a:t>Health Promotion </a:t>
                </a:r>
                <a:endParaRPr lang="en-US" sz="2000" b="1" baseline="0" dirty="0">
                  <a:solidFill>
                    <a:schemeClr val="accent6">
                      <a:lumMod val="75000"/>
                    </a:schemeClr>
                  </a:solidFill>
                  <a:latin typeface="Arial" panose="020B0604020202020204" pitchFamily="34" charset="0"/>
                  <a:cs typeface="Arial" panose="020B0604020202020204" pitchFamily="34" charset="0"/>
                  <a:sym typeface="Montserrat"/>
                  <a:rtl val="0"/>
                </a:endParaRPr>
              </a:p>
            </p:txBody>
          </p:sp>
        </p:grpSp>
        <p:grpSp>
          <p:nvGrpSpPr>
            <p:cNvPr id="7" name="Group 6">
              <a:extLst>
                <a:ext uri="{FF2B5EF4-FFF2-40B4-BE49-F238E27FC236}">
                  <a16:creationId xmlns:a16="http://schemas.microsoft.com/office/drawing/2014/main" id="{1BFC8454-BEF2-4030-A4C8-F88E5F99E587}"/>
                </a:ext>
              </a:extLst>
            </p:cNvPr>
            <p:cNvGrpSpPr/>
            <p:nvPr/>
          </p:nvGrpSpPr>
          <p:grpSpPr>
            <a:xfrm>
              <a:off x="452247" y="2457341"/>
              <a:ext cx="566640" cy="476731"/>
              <a:chOff x="452247" y="2457341"/>
              <a:chExt cx="566640" cy="476731"/>
            </a:xfrm>
          </p:grpSpPr>
          <p:sp>
            <p:nvSpPr>
              <p:cNvPr id="8" name="Rectangle: Rounded Corners 7">
                <a:extLst>
                  <a:ext uri="{FF2B5EF4-FFF2-40B4-BE49-F238E27FC236}">
                    <a16:creationId xmlns:a16="http://schemas.microsoft.com/office/drawing/2014/main" id="{D8468DFD-BEE6-4895-BFDD-138381F63DDC}"/>
                  </a:ext>
                </a:extLst>
              </p:cNvPr>
              <p:cNvSpPr/>
              <p:nvPr/>
            </p:nvSpPr>
            <p:spPr>
              <a:xfrm>
                <a:off x="452247" y="2457341"/>
                <a:ext cx="566640" cy="476731"/>
              </a:xfrm>
              <a:prstGeom prst="roundRect">
                <a:avLst>
                  <a:gd name="adj" fmla="val 17606"/>
                </a:avLst>
              </a:prstGeom>
              <a:gradFill flip="none" rotWithShape="1">
                <a:gsLst>
                  <a:gs pos="0">
                    <a:srgbClr val="1555FD"/>
                  </a:gs>
                  <a:gs pos="100000">
                    <a:srgbClr val="5680F8"/>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TextBox 8">
                <a:extLst>
                  <a:ext uri="{FF2B5EF4-FFF2-40B4-BE49-F238E27FC236}">
                    <a16:creationId xmlns:a16="http://schemas.microsoft.com/office/drawing/2014/main" id="{BC9915A2-0B98-403B-AF38-21A11AF6D24C}"/>
                  </a:ext>
                </a:extLst>
              </p:cNvPr>
              <p:cNvSpPr txBox="1"/>
              <p:nvPr/>
            </p:nvSpPr>
            <p:spPr>
              <a:xfrm>
                <a:off x="475641" y="2487358"/>
                <a:ext cx="489783" cy="369332"/>
              </a:xfrm>
              <a:prstGeom prst="rect">
                <a:avLst/>
              </a:prstGeom>
              <a:noFill/>
            </p:spPr>
            <p:txBody>
              <a:bodyPr wrap="none" rtlCol="0">
                <a:spAutoFit/>
              </a:bodyPr>
              <a:lstStyle/>
              <a:p>
                <a:pPr algn="ctr"/>
                <a:r>
                  <a:rPr lang="en-US" spc="-24" baseline="0" dirty="0">
                    <a:solidFill>
                      <a:srgbClr val="FFFFFF"/>
                    </a:solidFill>
                    <a:latin typeface="Arial" panose="020B0604020202020204" pitchFamily="34" charset="0"/>
                    <a:cs typeface="Arial" panose="020B0604020202020204" pitchFamily="34" charset="0"/>
                    <a:sym typeface="Montserrat"/>
                    <a:rtl val="0"/>
                  </a:rPr>
                  <a:t>01</a:t>
                </a:r>
              </a:p>
            </p:txBody>
          </p:sp>
        </p:grpSp>
      </p:grpSp>
      <p:grpSp>
        <p:nvGrpSpPr>
          <p:cNvPr id="12" name="Group 11">
            <a:extLst>
              <a:ext uri="{FF2B5EF4-FFF2-40B4-BE49-F238E27FC236}">
                <a16:creationId xmlns:a16="http://schemas.microsoft.com/office/drawing/2014/main" id="{C5F3B623-D8D8-41DC-8CFA-482A16E9CCD0}"/>
              </a:ext>
            </a:extLst>
          </p:cNvPr>
          <p:cNvGrpSpPr/>
          <p:nvPr/>
        </p:nvGrpSpPr>
        <p:grpSpPr>
          <a:xfrm>
            <a:off x="3383460" y="2084613"/>
            <a:ext cx="3940720" cy="966347"/>
            <a:chOff x="452247" y="2457341"/>
            <a:chExt cx="3608722" cy="966347"/>
          </a:xfrm>
        </p:grpSpPr>
        <p:grpSp>
          <p:nvGrpSpPr>
            <p:cNvPr id="13" name="Group 12">
              <a:extLst>
                <a:ext uri="{FF2B5EF4-FFF2-40B4-BE49-F238E27FC236}">
                  <a16:creationId xmlns:a16="http://schemas.microsoft.com/office/drawing/2014/main" id="{D187B93F-5A49-450E-8AA1-04B603422DD7}"/>
                </a:ext>
              </a:extLst>
            </p:cNvPr>
            <p:cNvGrpSpPr/>
            <p:nvPr/>
          </p:nvGrpSpPr>
          <p:grpSpPr>
            <a:xfrm>
              <a:off x="666083" y="2577166"/>
              <a:ext cx="3394886" cy="846522"/>
              <a:chOff x="666083" y="2577166"/>
              <a:chExt cx="3394886" cy="846522"/>
            </a:xfrm>
          </p:grpSpPr>
          <p:sp>
            <p:nvSpPr>
              <p:cNvPr id="17" name="Rectangle: Rounded Corners 16">
                <a:extLst>
                  <a:ext uri="{FF2B5EF4-FFF2-40B4-BE49-F238E27FC236}">
                    <a16:creationId xmlns:a16="http://schemas.microsoft.com/office/drawing/2014/main" id="{A40ADE00-44A5-4EC1-90D1-9B6438E7FC60}"/>
                  </a:ext>
                </a:extLst>
              </p:cNvPr>
              <p:cNvSpPr/>
              <p:nvPr/>
            </p:nvSpPr>
            <p:spPr>
              <a:xfrm>
                <a:off x="666083" y="2577166"/>
                <a:ext cx="3206133" cy="846522"/>
              </a:xfrm>
              <a:prstGeom prst="roundRect">
                <a:avLst>
                  <a:gd name="adj" fmla="val 1188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TextBox 17">
                <a:extLst>
                  <a:ext uri="{FF2B5EF4-FFF2-40B4-BE49-F238E27FC236}">
                    <a16:creationId xmlns:a16="http://schemas.microsoft.com/office/drawing/2014/main" id="{B8A7CCDB-2E0C-4454-B1A7-36FD0F18406C}"/>
                  </a:ext>
                </a:extLst>
              </p:cNvPr>
              <p:cNvSpPr txBox="1"/>
              <p:nvPr/>
            </p:nvSpPr>
            <p:spPr>
              <a:xfrm>
                <a:off x="988817" y="2794678"/>
                <a:ext cx="3072152" cy="400110"/>
              </a:xfrm>
              <a:prstGeom prst="rect">
                <a:avLst/>
              </a:prstGeom>
              <a:noFill/>
            </p:spPr>
            <p:txBody>
              <a:bodyPr wrap="square" rtlCol="0">
                <a:spAutoFit/>
              </a:bodyPr>
              <a:lstStyle/>
              <a:p>
                <a:r>
                  <a:rPr lang="en-US" sz="2000" b="1" baseline="0" dirty="0">
                    <a:solidFill>
                      <a:schemeClr val="accent6">
                        <a:lumMod val="75000"/>
                      </a:schemeClr>
                    </a:solidFill>
                    <a:latin typeface="Arial" panose="020B0604020202020204" pitchFamily="34" charset="0"/>
                    <a:cs typeface="Arial" panose="020B0604020202020204" pitchFamily="34" charset="0"/>
                    <a:sym typeface="Montserrat"/>
                    <a:rtl val="0"/>
                  </a:rPr>
                  <a:t>Sustainable Livelihoods</a:t>
                </a:r>
              </a:p>
            </p:txBody>
          </p:sp>
        </p:grpSp>
        <p:grpSp>
          <p:nvGrpSpPr>
            <p:cNvPr id="14" name="Group 13">
              <a:extLst>
                <a:ext uri="{FF2B5EF4-FFF2-40B4-BE49-F238E27FC236}">
                  <a16:creationId xmlns:a16="http://schemas.microsoft.com/office/drawing/2014/main" id="{26037604-9E09-49A0-A9CD-E1875D9A4761}"/>
                </a:ext>
              </a:extLst>
            </p:cNvPr>
            <p:cNvGrpSpPr/>
            <p:nvPr/>
          </p:nvGrpSpPr>
          <p:grpSpPr>
            <a:xfrm>
              <a:off x="452247" y="2457341"/>
              <a:ext cx="566640" cy="476731"/>
              <a:chOff x="452247" y="2457341"/>
              <a:chExt cx="566640" cy="476731"/>
            </a:xfrm>
          </p:grpSpPr>
          <p:sp>
            <p:nvSpPr>
              <p:cNvPr id="15" name="Rectangle: Rounded Corners 14">
                <a:extLst>
                  <a:ext uri="{FF2B5EF4-FFF2-40B4-BE49-F238E27FC236}">
                    <a16:creationId xmlns:a16="http://schemas.microsoft.com/office/drawing/2014/main" id="{83234C24-5734-4659-8340-15E79D713DB7}"/>
                  </a:ext>
                </a:extLst>
              </p:cNvPr>
              <p:cNvSpPr/>
              <p:nvPr/>
            </p:nvSpPr>
            <p:spPr>
              <a:xfrm>
                <a:off x="452247" y="2457341"/>
                <a:ext cx="566640" cy="476731"/>
              </a:xfrm>
              <a:prstGeom prst="roundRect">
                <a:avLst>
                  <a:gd name="adj" fmla="val 17606"/>
                </a:avLst>
              </a:prstGeom>
              <a:gradFill flip="none" rotWithShape="1">
                <a:gsLst>
                  <a:gs pos="0">
                    <a:srgbClr val="1555FD"/>
                  </a:gs>
                  <a:gs pos="100000">
                    <a:srgbClr val="5680F8"/>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6" name="TextBox 15">
                <a:extLst>
                  <a:ext uri="{FF2B5EF4-FFF2-40B4-BE49-F238E27FC236}">
                    <a16:creationId xmlns:a16="http://schemas.microsoft.com/office/drawing/2014/main" id="{D9282964-91E3-48B1-8971-060CFA23EF52}"/>
                  </a:ext>
                </a:extLst>
              </p:cNvPr>
              <p:cNvSpPr txBox="1"/>
              <p:nvPr/>
            </p:nvSpPr>
            <p:spPr>
              <a:xfrm>
                <a:off x="475641" y="2487358"/>
                <a:ext cx="489783" cy="369332"/>
              </a:xfrm>
              <a:prstGeom prst="rect">
                <a:avLst/>
              </a:prstGeom>
              <a:noFill/>
            </p:spPr>
            <p:txBody>
              <a:bodyPr wrap="none" rtlCol="0">
                <a:spAutoFit/>
              </a:bodyPr>
              <a:lstStyle/>
              <a:p>
                <a:pPr algn="ctr"/>
                <a:r>
                  <a:rPr lang="en-US" spc="-24" baseline="0" dirty="0">
                    <a:solidFill>
                      <a:srgbClr val="FFFFFF"/>
                    </a:solidFill>
                    <a:latin typeface="Arial" panose="020B0604020202020204" pitchFamily="34" charset="0"/>
                    <a:cs typeface="Arial" panose="020B0604020202020204" pitchFamily="34" charset="0"/>
                    <a:sym typeface="Montserrat"/>
                    <a:rtl val="0"/>
                  </a:rPr>
                  <a:t>02</a:t>
                </a:r>
              </a:p>
            </p:txBody>
          </p:sp>
        </p:grpSp>
      </p:grpSp>
      <p:grpSp>
        <p:nvGrpSpPr>
          <p:cNvPr id="19" name="Group 18">
            <a:extLst>
              <a:ext uri="{FF2B5EF4-FFF2-40B4-BE49-F238E27FC236}">
                <a16:creationId xmlns:a16="http://schemas.microsoft.com/office/drawing/2014/main" id="{C1535E60-0903-480F-9FC1-C26FC84A2EBF}"/>
              </a:ext>
            </a:extLst>
          </p:cNvPr>
          <p:cNvGrpSpPr/>
          <p:nvPr/>
        </p:nvGrpSpPr>
        <p:grpSpPr>
          <a:xfrm>
            <a:off x="432478" y="3480475"/>
            <a:ext cx="2730364" cy="1207902"/>
            <a:chOff x="452247" y="2457341"/>
            <a:chExt cx="3079884" cy="892134"/>
          </a:xfrm>
        </p:grpSpPr>
        <p:grpSp>
          <p:nvGrpSpPr>
            <p:cNvPr id="20" name="Group 19">
              <a:extLst>
                <a:ext uri="{FF2B5EF4-FFF2-40B4-BE49-F238E27FC236}">
                  <a16:creationId xmlns:a16="http://schemas.microsoft.com/office/drawing/2014/main" id="{9DF75F06-211F-45F3-BDF1-F4EB7B696935}"/>
                </a:ext>
              </a:extLst>
            </p:cNvPr>
            <p:cNvGrpSpPr/>
            <p:nvPr/>
          </p:nvGrpSpPr>
          <p:grpSpPr>
            <a:xfrm>
              <a:off x="666083" y="2577166"/>
              <a:ext cx="2866048" cy="772309"/>
              <a:chOff x="666083" y="2577166"/>
              <a:chExt cx="2866048" cy="772309"/>
            </a:xfrm>
          </p:grpSpPr>
          <p:sp>
            <p:nvSpPr>
              <p:cNvPr id="24" name="Rectangle: Rounded Corners 23">
                <a:extLst>
                  <a:ext uri="{FF2B5EF4-FFF2-40B4-BE49-F238E27FC236}">
                    <a16:creationId xmlns:a16="http://schemas.microsoft.com/office/drawing/2014/main" id="{FE9C1D61-0944-459D-8BC7-9EF21B741FAC}"/>
                  </a:ext>
                </a:extLst>
              </p:cNvPr>
              <p:cNvSpPr/>
              <p:nvPr/>
            </p:nvSpPr>
            <p:spPr>
              <a:xfrm>
                <a:off x="666083" y="2577166"/>
                <a:ext cx="2866048" cy="772309"/>
              </a:xfrm>
              <a:prstGeom prst="roundRect">
                <a:avLst>
                  <a:gd name="adj" fmla="val 1188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5" name="TextBox 24">
                <a:extLst>
                  <a:ext uri="{FF2B5EF4-FFF2-40B4-BE49-F238E27FC236}">
                    <a16:creationId xmlns:a16="http://schemas.microsoft.com/office/drawing/2014/main" id="{66108785-EEB1-4251-A86F-AE1755AD5329}"/>
                  </a:ext>
                </a:extLst>
              </p:cNvPr>
              <p:cNvSpPr txBox="1"/>
              <p:nvPr/>
            </p:nvSpPr>
            <p:spPr>
              <a:xfrm>
                <a:off x="973125" y="2663962"/>
                <a:ext cx="2511707" cy="522832"/>
              </a:xfrm>
              <a:prstGeom prst="rect">
                <a:avLst/>
              </a:prstGeom>
              <a:noFill/>
            </p:spPr>
            <p:txBody>
              <a:bodyPr wrap="square" rtlCol="0">
                <a:spAutoFit/>
              </a:bodyPr>
              <a:lstStyle/>
              <a:p>
                <a:r>
                  <a:rPr lang="en-US" sz="2000" b="1" baseline="0" dirty="0">
                    <a:solidFill>
                      <a:schemeClr val="accent6">
                        <a:lumMod val="75000"/>
                      </a:schemeClr>
                    </a:solidFill>
                    <a:latin typeface="Arial" panose="020B0604020202020204" pitchFamily="34" charset="0"/>
                    <a:cs typeface="Arial" panose="020B0604020202020204" pitchFamily="34" charset="0"/>
                    <a:sym typeface="Montserrat"/>
                    <a:rtl val="0"/>
                  </a:rPr>
                  <a:t>Skills Development</a:t>
                </a:r>
              </a:p>
            </p:txBody>
          </p:sp>
        </p:grpSp>
        <p:grpSp>
          <p:nvGrpSpPr>
            <p:cNvPr id="21" name="Group 20">
              <a:extLst>
                <a:ext uri="{FF2B5EF4-FFF2-40B4-BE49-F238E27FC236}">
                  <a16:creationId xmlns:a16="http://schemas.microsoft.com/office/drawing/2014/main" id="{5DC05A29-9AB8-4EDA-9D45-41A895DFDCE0}"/>
                </a:ext>
              </a:extLst>
            </p:cNvPr>
            <p:cNvGrpSpPr/>
            <p:nvPr/>
          </p:nvGrpSpPr>
          <p:grpSpPr>
            <a:xfrm>
              <a:off x="452247" y="2457341"/>
              <a:ext cx="567672" cy="399349"/>
              <a:chOff x="452247" y="2457341"/>
              <a:chExt cx="567672" cy="399349"/>
            </a:xfrm>
          </p:grpSpPr>
          <p:sp>
            <p:nvSpPr>
              <p:cNvPr id="22" name="Rectangle: Rounded Corners 21">
                <a:extLst>
                  <a:ext uri="{FF2B5EF4-FFF2-40B4-BE49-F238E27FC236}">
                    <a16:creationId xmlns:a16="http://schemas.microsoft.com/office/drawing/2014/main" id="{696E93DE-5E7A-4102-AF27-6AB9B377E7A0}"/>
                  </a:ext>
                </a:extLst>
              </p:cNvPr>
              <p:cNvSpPr/>
              <p:nvPr/>
            </p:nvSpPr>
            <p:spPr>
              <a:xfrm>
                <a:off x="452247" y="2457341"/>
                <a:ext cx="567672" cy="399349"/>
              </a:xfrm>
              <a:prstGeom prst="roundRect">
                <a:avLst>
                  <a:gd name="adj" fmla="val 17606"/>
                </a:avLst>
              </a:prstGeom>
              <a:gradFill flip="none" rotWithShape="1">
                <a:gsLst>
                  <a:gs pos="0">
                    <a:srgbClr val="1555FD"/>
                  </a:gs>
                  <a:gs pos="100000">
                    <a:srgbClr val="5680F8"/>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3" name="TextBox 22">
                <a:extLst>
                  <a:ext uri="{FF2B5EF4-FFF2-40B4-BE49-F238E27FC236}">
                    <a16:creationId xmlns:a16="http://schemas.microsoft.com/office/drawing/2014/main" id="{F715573C-49F6-4F5B-8D10-A21C7F55AA2E}"/>
                  </a:ext>
                </a:extLst>
              </p:cNvPr>
              <p:cNvSpPr txBox="1"/>
              <p:nvPr/>
            </p:nvSpPr>
            <p:spPr>
              <a:xfrm>
                <a:off x="475641" y="2487358"/>
                <a:ext cx="489783" cy="369332"/>
              </a:xfrm>
              <a:prstGeom prst="rect">
                <a:avLst/>
              </a:prstGeom>
              <a:noFill/>
            </p:spPr>
            <p:txBody>
              <a:bodyPr wrap="none" rtlCol="0">
                <a:spAutoFit/>
              </a:bodyPr>
              <a:lstStyle/>
              <a:p>
                <a:pPr algn="ctr"/>
                <a:r>
                  <a:rPr lang="en-US" spc="-24" baseline="0" dirty="0">
                    <a:solidFill>
                      <a:srgbClr val="FFFFFF"/>
                    </a:solidFill>
                    <a:latin typeface="Arial" panose="020B0604020202020204" pitchFamily="34" charset="0"/>
                    <a:cs typeface="Arial" panose="020B0604020202020204" pitchFamily="34" charset="0"/>
                    <a:sym typeface="Montserrat"/>
                    <a:rtl val="0"/>
                  </a:rPr>
                  <a:t>0</a:t>
                </a:r>
                <a:r>
                  <a:rPr lang="en-US" spc="-24" dirty="0">
                    <a:solidFill>
                      <a:srgbClr val="FFFFFF"/>
                    </a:solidFill>
                    <a:latin typeface="Arial" panose="020B0604020202020204" pitchFamily="34" charset="0"/>
                    <a:cs typeface="Arial" panose="020B0604020202020204" pitchFamily="34" charset="0"/>
                    <a:sym typeface="Montserrat"/>
                    <a:rtl val="0"/>
                  </a:rPr>
                  <a:t>3</a:t>
                </a:r>
                <a:endParaRPr lang="en-US" spc="-24" baseline="0" dirty="0">
                  <a:solidFill>
                    <a:srgbClr val="FFFFFF"/>
                  </a:solidFill>
                  <a:latin typeface="Arial" panose="020B0604020202020204" pitchFamily="34" charset="0"/>
                  <a:cs typeface="Arial" panose="020B0604020202020204" pitchFamily="34" charset="0"/>
                  <a:sym typeface="Montserrat"/>
                  <a:rtl val="0"/>
                </a:endParaRPr>
              </a:p>
            </p:txBody>
          </p:sp>
        </p:grpSp>
      </p:grpSp>
      <p:grpSp>
        <p:nvGrpSpPr>
          <p:cNvPr id="26" name="Group 25">
            <a:extLst>
              <a:ext uri="{FF2B5EF4-FFF2-40B4-BE49-F238E27FC236}">
                <a16:creationId xmlns:a16="http://schemas.microsoft.com/office/drawing/2014/main" id="{87367421-FCCA-4989-A2DA-5EA3778EFA35}"/>
              </a:ext>
            </a:extLst>
          </p:cNvPr>
          <p:cNvGrpSpPr/>
          <p:nvPr/>
        </p:nvGrpSpPr>
        <p:grpSpPr>
          <a:xfrm>
            <a:off x="3616969" y="3444272"/>
            <a:ext cx="3864883" cy="1244105"/>
            <a:chOff x="353406" y="2457341"/>
            <a:chExt cx="3770570" cy="1163541"/>
          </a:xfrm>
        </p:grpSpPr>
        <p:grpSp>
          <p:nvGrpSpPr>
            <p:cNvPr id="27" name="Group 26">
              <a:extLst>
                <a:ext uri="{FF2B5EF4-FFF2-40B4-BE49-F238E27FC236}">
                  <a16:creationId xmlns:a16="http://schemas.microsoft.com/office/drawing/2014/main" id="{8CC86A60-3015-42BE-8A52-682506A69F09}"/>
                </a:ext>
              </a:extLst>
            </p:cNvPr>
            <p:cNvGrpSpPr/>
            <p:nvPr/>
          </p:nvGrpSpPr>
          <p:grpSpPr>
            <a:xfrm>
              <a:off x="353406" y="2619020"/>
              <a:ext cx="3770570" cy="1001862"/>
              <a:chOff x="353406" y="2619020"/>
              <a:chExt cx="3770570" cy="1001862"/>
            </a:xfrm>
          </p:grpSpPr>
          <p:sp>
            <p:nvSpPr>
              <p:cNvPr id="31" name="Rectangle: Rounded Corners 30">
                <a:extLst>
                  <a:ext uri="{FF2B5EF4-FFF2-40B4-BE49-F238E27FC236}">
                    <a16:creationId xmlns:a16="http://schemas.microsoft.com/office/drawing/2014/main" id="{F7A26F39-85A8-47B2-8F42-9C4EB537C72C}"/>
                  </a:ext>
                </a:extLst>
              </p:cNvPr>
              <p:cNvSpPr/>
              <p:nvPr/>
            </p:nvSpPr>
            <p:spPr>
              <a:xfrm>
                <a:off x="353406" y="2619020"/>
                <a:ext cx="3415657" cy="1001862"/>
              </a:xfrm>
              <a:prstGeom prst="roundRect">
                <a:avLst>
                  <a:gd name="adj" fmla="val 1188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TextBox 31">
                <a:extLst>
                  <a:ext uri="{FF2B5EF4-FFF2-40B4-BE49-F238E27FC236}">
                    <a16:creationId xmlns:a16="http://schemas.microsoft.com/office/drawing/2014/main" id="{23BE54E1-D038-4252-9F99-C0B822DC5DF8}"/>
                  </a:ext>
                </a:extLst>
              </p:cNvPr>
              <p:cNvSpPr txBox="1"/>
              <p:nvPr/>
            </p:nvSpPr>
            <p:spPr>
              <a:xfrm>
                <a:off x="985928" y="2879138"/>
                <a:ext cx="3138048" cy="707886"/>
              </a:xfrm>
              <a:prstGeom prst="rect">
                <a:avLst/>
              </a:prstGeom>
              <a:noFill/>
            </p:spPr>
            <p:txBody>
              <a:bodyPr wrap="square" rtlCol="0">
                <a:spAutoFit/>
              </a:bodyPr>
              <a:lstStyle/>
              <a:p>
                <a:r>
                  <a:rPr lang="en-US" sz="2000" b="1" dirty="0">
                    <a:solidFill>
                      <a:schemeClr val="accent6">
                        <a:lumMod val="75000"/>
                      </a:schemeClr>
                    </a:solidFill>
                    <a:latin typeface="Arial" panose="020B0604020202020204" pitchFamily="34" charset="0"/>
                    <a:cs typeface="Arial" panose="020B0604020202020204" pitchFamily="34" charset="0"/>
                    <a:sym typeface="Montserrat"/>
                    <a:rtl val="0"/>
                  </a:rPr>
                  <a:t>Research, Innovation and Advocacy</a:t>
                </a:r>
                <a:endParaRPr lang="en-US" sz="2000" b="1" baseline="0" dirty="0">
                  <a:solidFill>
                    <a:schemeClr val="accent6">
                      <a:lumMod val="75000"/>
                    </a:schemeClr>
                  </a:solidFill>
                  <a:latin typeface="Arial" panose="020B0604020202020204" pitchFamily="34" charset="0"/>
                  <a:cs typeface="Arial" panose="020B0604020202020204" pitchFamily="34" charset="0"/>
                  <a:sym typeface="Montserrat"/>
                  <a:rtl val="0"/>
                </a:endParaRPr>
              </a:p>
            </p:txBody>
          </p:sp>
        </p:grpSp>
        <p:grpSp>
          <p:nvGrpSpPr>
            <p:cNvPr id="28" name="Group 27">
              <a:extLst>
                <a:ext uri="{FF2B5EF4-FFF2-40B4-BE49-F238E27FC236}">
                  <a16:creationId xmlns:a16="http://schemas.microsoft.com/office/drawing/2014/main" id="{6DDBB359-BA73-46E1-B53A-0D339FFAEB85}"/>
                </a:ext>
              </a:extLst>
            </p:cNvPr>
            <p:cNvGrpSpPr/>
            <p:nvPr/>
          </p:nvGrpSpPr>
          <p:grpSpPr>
            <a:xfrm>
              <a:off x="452247" y="2457341"/>
              <a:ext cx="566640" cy="476731"/>
              <a:chOff x="452247" y="2457341"/>
              <a:chExt cx="566640" cy="476731"/>
            </a:xfrm>
          </p:grpSpPr>
          <p:sp>
            <p:nvSpPr>
              <p:cNvPr id="29" name="Rectangle: Rounded Corners 28">
                <a:extLst>
                  <a:ext uri="{FF2B5EF4-FFF2-40B4-BE49-F238E27FC236}">
                    <a16:creationId xmlns:a16="http://schemas.microsoft.com/office/drawing/2014/main" id="{8EAECD9A-043B-4075-BC9E-B2A3A1D05087}"/>
                  </a:ext>
                </a:extLst>
              </p:cNvPr>
              <p:cNvSpPr/>
              <p:nvPr/>
            </p:nvSpPr>
            <p:spPr>
              <a:xfrm>
                <a:off x="452247" y="2457341"/>
                <a:ext cx="566640" cy="476731"/>
              </a:xfrm>
              <a:prstGeom prst="roundRect">
                <a:avLst>
                  <a:gd name="adj" fmla="val 17606"/>
                </a:avLst>
              </a:prstGeom>
              <a:gradFill flip="none" rotWithShape="1">
                <a:gsLst>
                  <a:gs pos="0">
                    <a:srgbClr val="1555FD"/>
                  </a:gs>
                  <a:gs pos="100000">
                    <a:srgbClr val="5680F8"/>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0" name="TextBox 29">
                <a:extLst>
                  <a:ext uri="{FF2B5EF4-FFF2-40B4-BE49-F238E27FC236}">
                    <a16:creationId xmlns:a16="http://schemas.microsoft.com/office/drawing/2014/main" id="{5ECD6F6D-16D7-41F0-BCBA-EFB5C95EDF46}"/>
                  </a:ext>
                </a:extLst>
              </p:cNvPr>
              <p:cNvSpPr txBox="1"/>
              <p:nvPr/>
            </p:nvSpPr>
            <p:spPr>
              <a:xfrm>
                <a:off x="475641" y="2487358"/>
                <a:ext cx="489783" cy="369332"/>
              </a:xfrm>
              <a:prstGeom prst="rect">
                <a:avLst/>
              </a:prstGeom>
              <a:noFill/>
            </p:spPr>
            <p:txBody>
              <a:bodyPr wrap="none" rtlCol="0">
                <a:spAutoFit/>
              </a:bodyPr>
              <a:lstStyle/>
              <a:p>
                <a:pPr algn="ctr"/>
                <a:r>
                  <a:rPr lang="en-US" spc="-24" baseline="0" dirty="0">
                    <a:solidFill>
                      <a:srgbClr val="FFFFFF"/>
                    </a:solidFill>
                    <a:latin typeface="Arial" panose="020B0604020202020204" pitchFamily="34" charset="0"/>
                    <a:cs typeface="Arial" panose="020B0604020202020204" pitchFamily="34" charset="0"/>
                    <a:sym typeface="Montserrat"/>
                    <a:rtl val="0"/>
                  </a:rPr>
                  <a:t>0</a:t>
                </a:r>
                <a:r>
                  <a:rPr lang="en-US" spc="-24" dirty="0">
                    <a:solidFill>
                      <a:srgbClr val="FFFFFF"/>
                    </a:solidFill>
                    <a:latin typeface="Arial" panose="020B0604020202020204" pitchFamily="34" charset="0"/>
                    <a:cs typeface="Arial" panose="020B0604020202020204" pitchFamily="34" charset="0"/>
                    <a:sym typeface="Montserrat"/>
                    <a:rtl val="0"/>
                  </a:rPr>
                  <a:t>4</a:t>
                </a:r>
                <a:endParaRPr lang="en-US" spc="-24" baseline="0" dirty="0">
                  <a:solidFill>
                    <a:srgbClr val="FFFFFF"/>
                  </a:solidFill>
                  <a:latin typeface="Arial" panose="020B0604020202020204" pitchFamily="34" charset="0"/>
                  <a:cs typeface="Arial" panose="020B0604020202020204" pitchFamily="34" charset="0"/>
                  <a:sym typeface="Montserrat"/>
                  <a:rtl val="0"/>
                </a:endParaRPr>
              </a:p>
            </p:txBody>
          </p:sp>
        </p:grpSp>
      </p:grpSp>
      <p:sp>
        <p:nvSpPr>
          <p:cNvPr id="33" name="Freeform: Shape 32">
            <a:extLst>
              <a:ext uri="{FF2B5EF4-FFF2-40B4-BE49-F238E27FC236}">
                <a16:creationId xmlns:a16="http://schemas.microsoft.com/office/drawing/2014/main" id="{3B3FBC57-8139-40B5-9E2C-667A86FA3C83}"/>
              </a:ext>
            </a:extLst>
          </p:cNvPr>
          <p:cNvSpPr/>
          <p:nvPr/>
        </p:nvSpPr>
        <p:spPr>
          <a:xfrm flipH="1">
            <a:off x="60629" y="-32020"/>
            <a:ext cx="88858" cy="6752860"/>
          </a:xfrm>
          <a:custGeom>
            <a:avLst/>
            <a:gdLst>
              <a:gd name="connsiteX0" fmla="*/ 0 w 254031"/>
              <a:gd name="connsiteY0" fmla="*/ 0 h 2301620"/>
              <a:gd name="connsiteX1" fmla="*/ 254032 w 254031"/>
              <a:gd name="connsiteY1" fmla="*/ 0 h 2301620"/>
              <a:gd name="connsiteX2" fmla="*/ 254032 w 254031"/>
              <a:gd name="connsiteY2" fmla="*/ 2301621 h 2301620"/>
              <a:gd name="connsiteX3" fmla="*/ 0 w 254031"/>
              <a:gd name="connsiteY3" fmla="*/ 2301621 h 2301620"/>
            </a:gdLst>
            <a:ahLst/>
            <a:cxnLst>
              <a:cxn ang="0">
                <a:pos x="connsiteX0" y="connsiteY0"/>
              </a:cxn>
              <a:cxn ang="0">
                <a:pos x="connsiteX1" y="connsiteY1"/>
              </a:cxn>
              <a:cxn ang="0">
                <a:pos x="connsiteX2" y="connsiteY2"/>
              </a:cxn>
              <a:cxn ang="0">
                <a:pos x="connsiteX3" y="connsiteY3"/>
              </a:cxn>
            </a:cxnLst>
            <a:rect l="l" t="t" r="r" b="b"/>
            <a:pathLst>
              <a:path w="254031" h="2301620">
                <a:moveTo>
                  <a:pt x="0" y="0"/>
                </a:moveTo>
                <a:lnTo>
                  <a:pt x="254032" y="0"/>
                </a:lnTo>
                <a:lnTo>
                  <a:pt x="254032" y="2301621"/>
                </a:lnTo>
                <a:lnTo>
                  <a:pt x="0" y="2301621"/>
                </a:lnTo>
                <a:close/>
              </a:path>
            </a:pathLst>
          </a:custGeom>
          <a:solidFill>
            <a:srgbClr val="00763C"/>
          </a:solidFill>
          <a:ln w="9525" cap="flat">
            <a:noFill/>
            <a:prstDash val="solid"/>
            <a:miter/>
          </a:ln>
        </p:spPr>
        <p:txBody>
          <a:bodyPr rtlCol="0" anchor="ctr"/>
          <a:lstStyle/>
          <a:p>
            <a:endParaRPr lang="en-US"/>
          </a:p>
        </p:txBody>
      </p:sp>
      <p:grpSp>
        <p:nvGrpSpPr>
          <p:cNvPr id="34" name="Group 33">
            <a:extLst>
              <a:ext uri="{FF2B5EF4-FFF2-40B4-BE49-F238E27FC236}">
                <a16:creationId xmlns:a16="http://schemas.microsoft.com/office/drawing/2014/main" id="{D79AC100-B7E8-4BAC-BE3B-40B77F003E1E}"/>
              </a:ext>
            </a:extLst>
          </p:cNvPr>
          <p:cNvGrpSpPr/>
          <p:nvPr/>
        </p:nvGrpSpPr>
        <p:grpSpPr>
          <a:xfrm>
            <a:off x="7789348" y="2622005"/>
            <a:ext cx="3791436" cy="1244105"/>
            <a:chOff x="353406" y="2457341"/>
            <a:chExt cx="3698915" cy="1163541"/>
          </a:xfrm>
        </p:grpSpPr>
        <p:grpSp>
          <p:nvGrpSpPr>
            <p:cNvPr id="35" name="Group 34">
              <a:extLst>
                <a:ext uri="{FF2B5EF4-FFF2-40B4-BE49-F238E27FC236}">
                  <a16:creationId xmlns:a16="http://schemas.microsoft.com/office/drawing/2014/main" id="{71740487-4315-4E9F-9C19-F2C194CD2994}"/>
                </a:ext>
              </a:extLst>
            </p:cNvPr>
            <p:cNvGrpSpPr/>
            <p:nvPr/>
          </p:nvGrpSpPr>
          <p:grpSpPr>
            <a:xfrm>
              <a:off x="353406" y="2619020"/>
              <a:ext cx="3698915" cy="1001862"/>
              <a:chOff x="353406" y="2619020"/>
              <a:chExt cx="3698915" cy="1001862"/>
            </a:xfrm>
          </p:grpSpPr>
          <p:sp>
            <p:nvSpPr>
              <p:cNvPr id="39" name="Rectangle: Rounded Corners 38">
                <a:extLst>
                  <a:ext uri="{FF2B5EF4-FFF2-40B4-BE49-F238E27FC236}">
                    <a16:creationId xmlns:a16="http://schemas.microsoft.com/office/drawing/2014/main" id="{1ECD9455-5B19-4AEC-B264-040125429982}"/>
                  </a:ext>
                </a:extLst>
              </p:cNvPr>
              <p:cNvSpPr/>
              <p:nvPr/>
            </p:nvSpPr>
            <p:spPr>
              <a:xfrm>
                <a:off x="353406" y="2619020"/>
                <a:ext cx="3578248" cy="1001862"/>
              </a:xfrm>
              <a:prstGeom prst="roundRect">
                <a:avLst>
                  <a:gd name="adj" fmla="val 1188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0" name="TextBox 39">
                <a:extLst>
                  <a:ext uri="{FF2B5EF4-FFF2-40B4-BE49-F238E27FC236}">
                    <a16:creationId xmlns:a16="http://schemas.microsoft.com/office/drawing/2014/main" id="{03354839-2028-471A-81F9-785EB5EEA40C}"/>
                  </a:ext>
                </a:extLst>
              </p:cNvPr>
              <p:cNvSpPr txBox="1"/>
              <p:nvPr/>
            </p:nvSpPr>
            <p:spPr>
              <a:xfrm>
                <a:off x="914273" y="2816996"/>
                <a:ext cx="3138048" cy="662046"/>
              </a:xfrm>
              <a:prstGeom prst="rect">
                <a:avLst/>
              </a:prstGeom>
              <a:noFill/>
            </p:spPr>
            <p:txBody>
              <a:bodyPr wrap="square" rtlCol="0">
                <a:spAutoFit/>
              </a:bodyPr>
              <a:lstStyle/>
              <a:p>
                <a:r>
                  <a:rPr lang="en-US" sz="2000" b="1" baseline="0" dirty="0">
                    <a:solidFill>
                      <a:schemeClr val="accent6">
                        <a:lumMod val="75000"/>
                      </a:schemeClr>
                    </a:solidFill>
                    <a:latin typeface="Arial" panose="020B0604020202020204" pitchFamily="34" charset="0"/>
                    <a:cs typeface="Arial" panose="020B0604020202020204" pitchFamily="34" charset="0"/>
                    <a:sym typeface="Montserrat"/>
                    <a:rtl val="0"/>
                  </a:rPr>
                  <a:t>Environment &amp; Climate Change</a:t>
                </a:r>
              </a:p>
            </p:txBody>
          </p:sp>
        </p:grpSp>
        <p:grpSp>
          <p:nvGrpSpPr>
            <p:cNvPr id="36" name="Group 35">
              <a:extLst>
                <a:ext uri="{FF2B5EF4-FFF2-40B4-BE49-F238E27FC236}">
                  <a16:creationId xmlns:a16="http://schemas.microsoft.com/office/drawing/2014/main" id="{743E5A08-1568-4A35-9367-C66ECD0C1CB3}"/>
                </a:ext>
              </a:extLst>
            </p:cNvPr>
            <p:cNvGrpSpPr/>
            <p:nvPr/>
          </p:nvGrpSpPr>
          <p:grpSpPr>
            <a:xfrm>
              <a:off x="452247" y="2457341"/>
              <a:ext cx="566640" cy="476731"/>
              <a:chOff x="452247" y="2457341"/>
              <a:chExt cx="566640" cy="476731"/>
            </a:xfrm>
          </p:grpSpPr>
          <p:sp>
            <p:nvSpPr>
              <p:cNvPr id="37" name="Rectangle: Rounded Corners 36">
                <a:extLst>
                  <a:ext uri="{FF2B5EF4-FFF2-40B4-BE49-F238E27FC236}">
                    <a16:creationId xmlns:a16="http://schemas.microsoft.com/office/drawing/2014/main" id="{1FEE9432-BB49-4049-86E7-1B8463AA86EA}"/>
                  </a:ext>
                </a:extLst>
              </p:cNvPr>
              <p:cNvSpPr/>
              <p:nvPr/>
            </p:nvSpPr>
            <p:spPr>
              <a:xfrm>
                <a:off x="452247" y="2457341"/>
                <a:ext cx="566640" cy="476731"/>
              </a:xfrm>
              <a:prstGeom prst="roundRect">
                <a:avLst>
                  <a:gd name="adj" fmla="val 17606"/>
                </a:avLst>
              </a:prstGeom>
              <a:gradFill flip="none" rotWithShape="1">
                <a:gsLst>
                  <a:gs pos="0">
                    <a:srgbClr val="1555FD"/>
                  </a:gs>
                  <a:gs pos="100000">
                    <a:srgbClr val="5680F8"/>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8" name="TextBox 37">
                <a:extLst>
                  <a:ext uri="{FF2B5EF4-FFF2-40B4-BE49-F238E27FC236}">
                    <a16:creationId xmlns:a16="http://schemas.microsoft.com/office/drawing/2014/main" id="{26929D06-D6BD-4419-B4B9-572C1286D3DE}"/>
                  </a:ext>
                </a:extLst>
              </p:cNvPr>
              <p:cNvSpPr txBox="1"/>
              <p:nvPr/>
            </p:nvSpPr>
            <p:spPr>
              <a:xfrm>
                <a:off x="508345" y="2487358"/>
                <a:ext cx="424376" cy="345415"/>
              </a:xfrm>
              <a:prstGeom prst="rect">
                <a:avLst/>
              </a:prstGeom>
              <a:noFill/>
            </p:spPr>
            <p:txBody>
              <a:bodyPr wrap="none" rtlCol="0">
                <a:spAutoFit/>
              </a:bodyPr>
              <a:lstStyle/>
              <a:p>
                <a:pPr algn="ctr"/>
                <a:r>
                  <a:rPr lang="en-US" spc="-24" baseline="0" dirty="0">
                    <a:solidFill>
                      <a:srgbClr val="FFFFFF"/>
                    </a:solidFill>
                    <a:latin typeface="Arial" panose="020B0604020202020204" pitchFamily="34" charset="0"/>
                    <a:cs typeface="Arial" panose="020B0604020202020204" pitchFamily="34" charset="0"/>
                    <a:sym typeface="Montserrat"/>
                    <a:rtl val="0"/>
                  </a:rPr>
                  <a:t>05</a:t>
                </a:r>
              </a:p>
            </p:txBody>
          </p:sp>
        </p:grpSp>
      </p:grpSp>
    </p:spTree>
    <p:extLst>
      <p:ext uri="{BB962C8B-B14F-4D97-AF65-F5344CB8AC3E}">
        <p14:creationId xmlns:p14="http://schemas.microsoft.com/office/powerpoint/2010/main" val="1685319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74" y="110264"/>
            <a:ext cx="11812578" cy="707886"/>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92808" y="146819"/>
            <a:ext cx="7756159" cy="707886"/>
          </a:xfrm>
          <a:prstGeom prst="rect">
            <a:avLst/>
          </a:prstGeom>
          <a:noFill/>
        </p:spPr>
        <p:txBody>
          <a:bodyPr wrap="square">
            <a:spAutoFit/>
          </a:bodyPr>
          <a:lstStyle/>
          <a:p>
            <a:pPr>
              <a:defRPr sz="2800" b="1">
                <a:solidFill>
                  <a:srgbClr val="FFFFFF"/>
                </a:solidFill>
              </a:defRPr>
            </a:pPr>
            <a:r>
              <a:rPr sz="4000" dirty="0">
                <a:latin typeface="Arial Black" panose="020B0A04020102020204" pitchFamily="34" charset="0"/>
              </a:rPr>
              <a:t>Summary</a:t>
            </a:r>
            <a:r>
              <a:rPr lang="en-US" sz="4000" dirty="0">
                <a:latin typeface="Arial Black" panose="020B0A04020102020204" pitchFamily="34" charset="0"/>
              </a:rPr>
              <a:t> of Key Activities</a:t>
            </a:r>
            <a:endParaRPr sz="4000" dirty="0">
              <a:latin typeface="Arial Black" panose="020B0A04020102020204" pitchFamily="34" charset="0"/>
            </a:endParaRPr>
          </a:p>
        </p:txBody>
      </p:sp>
      <p:sp>
        <p:nvSpPr>
          <p:cNvPr id="42" name="Freeform: Shape 41">
            <a:extLst>
              <a:ext uri="{FF2B5EF4-FFF2-40B4-BE49-F238E27FC236}">
                <a16:creationId xmlns:a16="http://schemas.microsoft.com/office/drawing/2014/main" id="{02A9CD23-2432-490D-8D6B-4F18F0DB92F7}"/>
              </a:ext>
            </a:extLst>
          </p:cNvPr>
          <p:cNvSpPr/>
          <p:nvPr/>
        </p:nvSpPr>
        <p:spPr>
          <a:xfrm flipH="1">
            <a:off x="60973" y="199996"/>
            <a:ext cx="159785" cy="6658003"/>
          </a:xfrm>
          <a:custGeom>
            <a:avLst/>
            <a:gdLst>
              <a:gd name="connsiteX0" fmla="*/ 0 w 254031"/>
              <a:gd name="connsiteY0" fmla="*/ 0 h 2301620"/>
              <a:gd name="connsiteX1" fmla="*/ 254032 w 254031"/>
              <a:gd name="connsiteY1" fmla="*/ 0 h 2301620"/>
              <a:gd name="connsiteX2" fmla="*/ 254032 w 254031"/>
              <a:gd name="connsiteY2" fmla="*/ 2301621 h 2301620"/>
              <a:gd name="connsiteX3" fmla="*/ 0 w 254031"/>
              <a:gd name="connsiteY3" fmla="*/ 2301621 h 2301620"/>
            </a:gdLst>
            <a:ahLst/>
            <a:cxnLst>
              <a:cxn ang="0">
                <a:pos x="connsiteX0" y="connsiteY0"/>
              </a:cxn>
              <a:cxn ang="0">
                <a:pos x="connsiteX1" y="connsiteY1"/>
              </a:cxn>
              <a:cxn ang="0">
                <a:pos x="connsiteX2" y="connsiteY2"/>
              </a:cxn>
              <a:cxn ang="0">
                <a:pos x="connsiteX3" y="connsiteY3"/>
              </a:cxn>
            </a:cxnLst>
            <a:rect l="l" t="t" r="r" b="b"/>
            <a:pathLst>
              <a:path w="254031" h="2301620">
                <a:moveTo>
                  <a:pt x="0" y="0"/>
                </a:moveTo>
                <a:lnTo>
                  <a:pt x="254032" y="0"/>
                </a:lnTo>
                <a:lnTo>
                  <a:pt x="254032" y="2301621"/>
                </a:lnTo>
                <a:lnTo>
                  <a:pt x="0" y="2301621"/>
                </a:lnTo>
                <a:close/>
              </a:path>
            </a:pathLst>
          </a:custGeom>
          <a:solidFill>
            <a:srgbClr val="00663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5" name="Diagram 4">
            <a:extLst>
              <a:ext uri="{FF2B5EF4-FFF2-40B4-BE49-F238E27FC236}">
                <a16:creationId xmlns:a16="http://schemas.microsoft.com/office/drawing/2014/main" id="{7D5B6C91-FDC6-CCB5-5F53-7FA84720DE57}"/>
              </a:ext>
            </a:extLst>
          </p:cNvPr>
          <p:cNvGraphicFramePr/>
          <p:nvPr>
            <p:extLst>
              <p:ext uri="{D42A27DB-BD31-4B8C-83A1-F6EECF244321}">
                <p14:modId xmlns:p14="http://schemas.microsoft.com/office/powerpoint/2010/main" val="416970806"/>
              </p:ext>
            </p:extLst>
          </p:nvPr>
        </p:nvGraphicFramePr>
        <p:xfrm>
          <a:off x="-178850" y="918975"/>
          <a:ext cx="11363406" cy="5737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9144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64184" y="99821"/>
            <a:ext cx="5467452" cy="707886"/>
          </a:xfrm>
          <a:prstGeom prst="rect">
            <a:avLst/>
          </a:prstGeom>
          <a:noFill/>
        </p:spPr>
        <p:txBody>
          <a:bodyPr wrap="square">
            <a:spAutoFit/>
          </a:bodyPr>
          <a:lstStyle/>
          <a:p>
            <a:pPr>
              <a:defRPr sz="2800" b="1">
                <a:solidFill>
                  <a:srgbClr val="FFFFFF"/>
                </a:solidFill>
              </a:defRPr>
            </a:pPr>
            <a:r>
              <a:rPr lang="en-US" sz="4000" dirty="0">
                <a:latin typeface="Arial Black" panose="020B0A04020102020204" pitchFamily="34" charset="0"/>
              </a:rPr>
              <a:t>Key Achievements</a:t>
            </a:r>
            <a:endParaRPr sz="4000" dirty="0">
              <a:latin typeface="Arial Black" panose="020B0A04020102020204" pitchFamily="34" charset="0"/>
            </a:endParaRPr>
          </a:p>
        </p:txBody>
      </p:sp>
      <p:sp>
        <p:nvSpPr>
          <p:cNvPr id="5" name="TextBox 4"/>
          <p:cNvSpPr txBox="1"/>
          <p:nvPr/>
        </p:nvSpPr>
        <p:spPr>
          <a:xfrm>
            <a:off x="805226" y="1288390"/>
            <a:ext cx="4917916" cy="830997"/>
          </a:xfrm>
          <a:prstGeom prst="rect">
            <a:avLst/>
          </a:prstGeom>
          <a:noFill/>
        </p:spPr>
        <p:txBody>
          <a:bodyPr wrap="square">
            <a:spAutoFit/>
          </a:bodyPr>
          <a:lstStyle/>
          <a:p>
            <a:pPr>
              <a:defRPr sz="2000"/>
            </a:pPr>
            <a:r>
              <a:rPr sz="2400" dirty="0">
                <a:latin typeface="Arial Black" panose="020B0A04020102020204" pitchFamily="34" charset="0"/>
              </a:rPr>
              <a:t>Procurement </a:t>
            </a:r>
            <a:r>
              <a:rPr lang="en-US" sz="2400" dirty="0">
                <a:latin typeface="Arial Black" panose="020B0A04020102020204" pitchFamily="34" charset="0"/>
              </a:rPr>
              <a:t>Management </a:t>
            </a:r>
            <a:r>
              <a:rPr sz="2400" dirty="0">
                <a:latin typeface="Arial Black" panose="020B0A04020102020204" pitchFamily="34" charset="0"/>
              </a:rPr>
              <a:t>System</a:t>
            </a:r>
          </a:p>
        </p:txBody>
      </p:sp>
      <p:sp>
        <p:nvSpPr>
          <p:cNvPr id="16" name="TextBox 15">
            <a:extLst>
              <a:ext uri="{FF2B5EF4-FFF2-40B4-BE49-F238E27FC236}">
                <a16:creationId xmlns:a16="http://schemas.microsoft.com/office/drawing/2014/main" id="{C5F8790C-9711-4365-B449-2526EB68DFB8}"/>
              </a:ext>
            </a:extLst>
          </p:cNvPr>
          <p:cNvSpPr txBox="1"/>
          <p:nvPr/>
        </p:nvSpPr>
        <p:spPr>
          <a:xfrm>
            <a:off x="6366998" y="1978349"/>
            <a:ext cx="5019774" cy="830997"/>
          </a:xfrm>
          <a:prstGeom prst="rect">
            <a:avLst/>
          </a:prstGeom>
          <a:noFill/>
        </p:spPr>
        <p:txBody>
          <a:bodyPr wrap="square">
            <a:spAutoFit/>
          </a:bodyPr>
          <a:lstStyle/>
          <a:p>
            <a:pPr>
              <a:defRPr sz="2000"/>
            </a:pPr>
            <a:r>
              <a:rPr sz="2400" dirty="0">
                <a:latin typeface="Arial Black" panose="020B0A04020102020204" pitchFamily="34" charset="0"/>
              </a:rPr>
              <a:t>H</a:t>
            </a:r>
            <a:r>
              <a:rPr lang="en-US" sz="2400" dirty="0">
                <a:latin typeface="Arial Black" panose="020B0A04020102020204" pitchFamily="34" charset="0"/>
              </a:rPr>
              <a:t>uman </a:t>
            </a:r>
            <a:r>
              <a:rPr sz="2400" dirty="0">
                <a:latin typeface="Arial Black" panose="020B0A04020102020204" pitchFamily="34" charset="0"/>
              </a:rPr>
              <a:t>R</a:t>
            </a:r>
            <a:r>
              <a:rPr lang="en-US" sz="2400" dirty="0">
                <a:latin typeface="Arial Black" panose="020B0A04020102020204" pitchFamily="34" charset="0"/>
              </a:rPr>
              <a:t>esource</a:t>
            </a:r>
            <a:r>
              <a:rPr sz="2400" dirty="0">
                <a:latin typeface="Arial Black" panose="020B0A04020102020204" pitchFamily="34" charset="0"/>
              </a:rPr>
              <a:t> Management System</a:t>
            </a:r>
          </a:p>
        </p:txBody>
      </p:sp>
      <p:sp>
        <p:nvSpPr>
          <p:cNvPr id="17" name="TextBox 16">
            <a:extLst>
              <a:ext uri="{FF2B5EF4-FFF2-40B4-BE49-F238E27FC236}">
                <a16:creationId xmlns:a16="http://schemas.microsoft.com/office/drawing/2014/main" id="{D4D238FA-F5BE-4B0D-9832-2CB417E0D1E6}"/>
              </a:ext>
            </a:extLst>
          </p:cNvPr>
          <p:cNvSpPr txBox="1"/>
          <p:nvPr/>
        </p:nvSpPr>
        <p:spPr>
          <a:xfrm>
            <a:off x="805226" y="2730573"/>
            <a:ext cx="4287474" cy="830997"/>
          </a:xfrm>
          <a:prstGeom prst="rect">
            <a:avLst/>
          </a:prstGeom>
          <a:noFill/>
        </p:spPr>
        <p:txBody>
          <a:bodyPr wrap="square">
            <a:spAutoFit/>
          </a:bodyPr>
          <a:lstStyle/>
          <a:p>
            <a:pPr>
              <a:defRPr sz="2000"/>
            </a:pPr>
            <a:r>
              <a:rPr sz="2400" dirty="0">
                <a:latin typeface="Arial Black" panose="020B0A04020102020204" pitchFamily="34" charset="0"/>
              </a:rPr>
              <a:t>M</a:t>
            </a:r>
            <a:r>
              <a:rPr lang="en-US" sz="2400" dirty="0">
                <a:latin typeface="Arial Black" panose="020B0A04020102020204" pitchFamily="34" charset="0"/>
              </a:rPr>
              <a:t>onitoring and </a:t>
            </a:r>
            <a:r>
              <a:rPr sz="2400" dirty="0">
                <a:latin typeface="Arial Black" panose="020B0A04020102020204" pitchFamily="34" charset="0"/>
              </a:rPr>
              <a:t>E</a:t>
            </a:r>
            <a:r>
              <a:rPr lang="en-US" sz="2400" dirty="0">
                <a:latin typeface="Arial Black" panose="020B0A04020102020204" pitchFamily="34" charset="0"/>
              </a:rPr>
              <a:t>valuation</a:t>
            </a:r>
            <a:r>
              <a:rPr sz="2400" dirty="0">
                <a:latin typeface="Arial Black" panose="020B0A04020102020204" pitchFamily="34" charset="0"/>
              </a:rPr>
              <a:t> Framework</a:t>
            </a:r>
          </a:p>
        </p:txBody>
      </p:sp>
      <p:sp>
        <p:nvSpPr>
          <p:cNvPr id="18" name="TextBox 17">
            <a:extLst>
              <a:ext uri="{FF2B5EF4-FFF2-40B4-BE49-F238E27FC236}">
                <a16:creationId xmlns:a16="http://schemas.microsoft.com/office/drawing/2014/main" id="{44C19598-95A6-49B2-8BC0-A912FB9E39BA}"/>
              </a:ext>
            </a:extLst>
          </p:cNvPr>
          <p:cNvSpPr txBox="1"/>
          <p:nvPr/>
        </p:nvSpPr>
        <p:spPr>
          <a:xfrm>
            <a:off x="6407554" y="3564882"/>
            <a:ext cx="3791524" cy="830997"/>
          </a:xfrm>
          <a:prstGeom prst="rect">
            <a:avLst/>
          </a:prstGeom>
          <a:noFill/>
        </p:spPr>
        <p:txBody>
          <a:bodyPr wrap="square">
            <a:spAutoFit/>
          </a:bodyPr>
          <a:lstStyle/>
          <a:p>
            <a:pPr>
              <a:defRPr sz="2000"/>
            </a:pPr>
            <a:r>
              <a:rPr sz="2400" dirty="0">
                <a:latin typeface="Arial Black" panose="020B0A04020102020204" pitchFamily="34" charset="0"/>
              </a:rPr>
              <a:t>Asset Management System</a:t>
            </a:r>
          </a:p>
        </p:txBody>
      </p:sp>
      <p:sp>
        <p:nvSpPr>
          <p:cNvPr id="19" name="TextBox 18">
            <a:extLst>
              <a:ext uri="{FF2B5EF4-FFF2-40B4-BE49-F238E27FC236}">
                <a16:creationId xmlns:a16="http://schemas.microsoft.com/office/drawing/2014/main" id="{C4ED9D89-84A0-496E-BF24-2D69F9634B5F}"/>
              </a:ext>
            </a:extLst>
          </p:cNvPr>
          <p:cNvSpPr txBox="1"/>
          <p:nvPr/>
        </p:nvSpPr>
        <p:spPr>
          <a:xfrm>
            <a:off x="977820" y="4354008"/>
            <a:ext cx="4582406" cy="830997"/>
          </a:xfrm>
          <a:prstGeom prst="rect">
            <a:avLst/>
          </a:prstGeom>
          <a:noFill/>
        </p:spPr>
        <p:txBody>
          <a:bodyPr wrap="square">
            <a:spAutoFit/>
          </a:bodyPr>
          <a:lstStyle/>
          <a:p>
            <a:pPr>
              <a:defRPr sz="2000"/>
            </a:pPr>
            <a:r>
              <a:rPr lang="en-US" sz="2400" dirty="0">
                <a:latin typeface="Arial Black" panose="020B0A04020102020204" pitchFamily="34" charset="0"/>
              </a:rPr>
              <a:t>Communication</a:t>
            </a:r>
            <a:r>
              <a:rPr sz="2400" dirty="0">
                <a:latin typeface="Arial Black" panose="020B0A04020102020204" pitchFamily="34" charset="0"/>
              </a:rPr>
              <a:t> Management System</a:t>
            </a:r>
          </a:p>
        </p:txBody>
      </p:sp>
      <p:grpSp>
        <p:nvGrpSpPr>
          <p:cNvPr id="23" name="Group 22">
            <a:extLst>
              <a:ext uri="{FF2B5EF4-FFF2-40B4-BE49-F238E27FC236}">
                <a16:creationId xmlns:a16="http://schemas.microsoft.com/office/drawing/2014/main" id="{25B91714-28A4-48CA-9FA2-603E0290DAB6}"/>
              </a:ext>
            </a:extLst>
          </p:cNvPr>
          <p:cNvGrpSpPr/>
          <p:nvPr/>
        </p:nvGrpSpPr>
        <p:grpSpPr>
          <a:xfrm>
            <a:off x="5325061" y="1172717"/>
            <a:ext cx="1041399" cy="4885183"/>
            <a:chOff x="3801060" y="1172716"/>
            <a:chExt cx="1041399" cy="4611127"/>
          </a:xfrm>
        </p:grpSpPr>
        <p:grpSp>
          <p:nvGrpSpPr>
            <p:cNvPr id="20" name="Group 19">
              <a:extLst>
                <a:ext uri="{FF2B5EF4-FFF2-40B4-BE49-F238E27FC236}">
                  <a16:creationId xmlns:a16="http://schemas.microsoft.com/office/drawing/2014/main" id="{469AE44D-4207-4189-838C-39E9AB733414}"/>
                </a:ext>
              </a:extLst>
            </p:cNvPr>
            <p:cNvGrpSpPr/>
            <p:nvPr/>
          </p:nvGrpSpPr>
          <p:grpSpPr>
            <a:xfrm>
              <a:off x="3801060" y="1172716"/>
              <a:ext cx="1041399" cy="4611127"/>
              <a:chOff x="3530601" y="1172716"/>
              <a:chExt cx="1041399" cy="4611127"/>
            </a:xfrm>
          </p:grpSpPr>
          <p:sp>
            <p:nvSpPr>
              <p:cNvPr id="7" name="TextBox 6">
                <a:extLst>
                  <a:ext uri="{FF2B5EF4-FFF2-40B4-BE49-F238E27FC236}">
                    <a16:creationId xmlns:a16="http://schemas.microsoft.com/office/drawing/2014/main" id="{DDE9E682-9900-4C97-8EC3-6FD04E73B1B7}"/>
                  </a:ext>
                </a:extLst>
              </p:cNvPr>
              <p:cNvSpPr txBox="1"/>
              <p:nvPr/>
            </p:nvSpPr>
            <p:spPr>
              <a:xfrm>
                <a:off x="3568700" y="1172716"/>
                <a:ext cx="1003300" cy="646331"/>
              </a:xfrm>
              <a:prstGeom prst="rect">
                <a:avLst/>
              </a:prstGeom>
              <a:noFill/>
            </p:spPr>
            <p:txBody>
              <a:bodyPr wrap="square" rtlCol="0">
                <a:spAutoFit/>
              </a:bodyPr>
              <a:lstStyle/>
              <a:p>
                <a:pPr algn="ctr"/>
                <a:r>
                  <a:rPr lang="en-US" sz="3600" b="1" dirty="0">
                    <a:solidFill>
                      <a:srgbClr val="F25245"/>
                    </a:solidFill>
                    <a:latin typeface="Montserrat ExtraBold" panose="00000900000000000000" pitchFamily="2" charset="0"/>
                  </a:rPr>
                  <a:t>01</a:t>
                </a:r>
              </a:p>
            </p:txBody>
          </p:sp>
          <p:sp>
            <p:nvSpPr>
              <p:cNvPr id="8" name="TextBox 7">
                <a:extLst>
                  <a:ext uri="{FF2B5EF4-FFF2-40B4-BE49-F238E27FC236}">
                    <a16:creationId xmlns:a16="http://schemas.microsoft.com/office/drawing/2014/main" id="{D25A33AB-B617-49EC-B1D9-1919D5338BA3}"/>
                  </a:ext>
                </a:extLst>
              </p:cNvPr>
              <p:cNvSpPr txBox="1"/>
              <p:nvPr/>
            </p:nvSpPr>
            <p:spPr>
              <a:xfrm>
                <a:off x="3568700" y="1908242"/>
                <a:ext cx="1003300" cy="646331"/>
              </a:xfrm>
              <a:prstGeom prst="rect">
                <a:avLst/>
              </a:prstGeom>
              <a:noFill/>
            </p:spPr>
            <p:txBody>
              <a:bodyPr wrap="square" rtlCol="0">
                <a:spAutoFit/>
              </a:bodyPr>
              <a:lstStyle>
                <a:defPPr>
                  <a:defRPr lang="en-US"/>
                </a:defPPr>
                <a:lvl1pPr algn="ctr">
                  <a:defRPr sz="3600" b="1">
                    <a:latin typeface="Montserrat ExtraBold" panose="00000900000000000000" pitchFamily="2" charset="0"/>
                  </a:defRPr>
                </a:lvl1pPr>
              </a:lstStyle>
              <a:p>
                <a:r>
                  <a:rPr lang="en-US" dirty="0">
                    <a:solidFill>
                      <a:srgbClr val="FFA956"/>
                    </a:solidFill>
                  </a:rPr>
                  <a:t>02</a:t>
                </a:r>
              </a:p>
            </p:txBody>
          </p:sp>
          <p:sp>
            <p:nvSpPr>
              <p:cNvPr id="9" name="TextBox 8">
                <a:extLst>
                  <a:ext uri="{FF2B5EF4-FFF2-40B4-BE49-F238E27FC236}">
                    <a16:creationId xmlns:a16="http://schemas.microsoft.com/office/drawing/2014/main" id="{0FBB55E8-BFEE-4CF9-999B-320E32C0269D}"/>
                  </a:ext>
                </a:extLst>
              </p:cNvPr>
              <p:cNvSpPr txBox="1"/>
              <p:nvPr/>
            </p:nvSpPr>
            <p:spPr>
              <a:xfrm>
                <a:off x="3568700" y="2686234"/>
                <a:ext cx="1003300" cy="646331"/>
              </a:xfrm>
              <a:prstGeom prst="rect">
                <a:avLst/>
              </a:prstGeom>
              <a:noFill/>
            </p:spPr>
            <p:txBody>
              <a:bodyPr wrap="square" rtlCol="0">
                <a:spAutoFit/>
              </a:bodyPr>
              <a:lstStyle>
                <a:defPPr>
                  <a:defRPr lang="en-US"/>
                </a:defPPr>
                <a:lvl1pPr algn="ctr">
                  <a:defRPr sz="3600" b="1">
                    <a:latin typeface="Montserrat ExtraBold" panose="00000900000000000000" pitchFamily="2" charset="0"/>
                  </a:defRPr>
                </a:lvl1pPr>
              </a:lstStyle>
              <a:p>
                <a:r>
                  <a:rPr lang="en-US" dirty="0">
                    <a:solidFill>
                      <a:srgbClr val="695E78"/>
                    </a:solidFill>
                  </a:rPr>
                  <a:t>03</a:t>
                </a:r>
              </a:p>
            </p:txBody>
          </p:sp>
          <p:cxnSp>
            <p:nvCxnSpPr>
              <p:cNvPr id="10" name="Straight Connector 9">
                <a:extLst>
                  <a:ext uri="{FF2B5EF4-FFF2-40B4-BE49-F238E27FC236}">
                    <a16:creationId xmlns:a16="http://schemas.microsoft.com/office/drawing/2014/main" id="{4AD515B2-6F92-42D1-A480-CA34C7E8B800}"/>
                  </a:ext>
                </a:extLst>
              </p:cNvPr>
              <p:cNvCxnSpPr>
                <a:cxnSpLocks/>
              </p:cNvCxnSpPr>
              <p:nvPr/>
            </p:nvCxnSpPr>
            <p:spPr>
              <a:xfrm>
                <a:off x="4070350" y="1669187"/>
                <a:ext cx="0" cy="366029"/>
              </a:xfrm>
              <a:prstGeom prst="line">
                <a:avLst/>
              </a:prstGeom>
              <a:ln w="50800">
                <a:solidFill>
                  <a:srgbClr val="F25245"/>
                </a:solidFill>
                <a:prstDash val="sysDot"/>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97061DB-F01D-4638-B01A-C8FBC7F1A5AF}"/>
                  </a:ext>
                </a:extLst>
              </p:cNvPr>
              <p:cNvSpPr txBox="1"/>
              <p:nvPr/>
            </p:nvSpPr>
            <p:spPr>
              <a:xfrm>
                <a:off x="3568700" y="3460474"/>
                <a:ext cx="1003300" cy="646331"/>
              </a:xfrm>
              <a:prstGeom prst="rect">
                <a:avLst/>
              </a:prstGeom>
              <a:noFill/>
            </p:spPr>
            <p:txBody>
              <a:bodyPr wrap="square" rtlCol="0">
                <a:spAutoFit/>
              </a:bodyPr>
              <a:lstStyle>
                <a:defPPr>
                  <a:defRPr lang="en-US"/>
                </a:defPPr>
                <a:lvl1pPr algn="ctr">
                  <a:defRPr sz="3600" b="1">
                    <a:latin typeface="Montserrat ExtraBold" panose="00000900000000000000" pitchFamily="2" charset="0"/>
                  </a:defRPr>
                </a:lvl1pPr>
              </a:lstStyle>
              <a:p>
                <a:r>
                  <a:rPr lang="en-US" dirty="0">
                    <a:solidFill>
                      <a:srgbClr val="9C5D71"/>
                    </a:solidFill>
                  </a:rPr>
                  <a:t>04</a:t>
                </a:r>
              </a:p>
            </p:txBody>
          </p:sp>
          <p:cxnSp>
            <p:nvCxnSpPr>
              <p:cNvPr id="12" name="Straight Connector 11">
                <a:extLst>
                  <a:ext uri="{FF2B5EF4-FFF2-40B4-BE49-F238E27FC236}">
                    <a16:creationId xmlns:a16="http://schemas.microsoft.com/office/drawing/2014/main" id="{EA02E84C-1CDA-4E40-AA06-21A84F122DDA}"/>
                  </a:ext>
                </a:extLst>
              </p:cNvPr>
              <p:cNvCxnSpPr>
                <a:cxnSpLocks/>
              </p:cNvCxnSpPr>
              <p:nvPr/>
            </p:nvCxnSpPr>
            <p:spPr>
              <a:xfrm>
                <a:off x="4070350" y="3223345"/>
                <a:ext cx="0" cy="366029"/>
              </a:xfrm>
              <a:prstGeom prst="line">
                <a:avLst/>
              </a:prstGeom>
              <a:ln w="50800">
                <a:solidFill>
                  <a:srgbClr val="695E78"/>
                </a:solidFill>
                <a:prstDash val="sysDot"/>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6A3F809-9EEB-45ED-8854-137559C18855}"/>
                  </a:ext>
                </a:extLst>
              </p:cNvPr>
              <p:cNvSpPr txBox="1"/>
              <p:nvPr/>
            </p:nvSpPr>
            <p:spPr>
              <a:xfrm>
                <a:off x="3556001" y="4275708"/>
                <a:ext cx="1003300" cy="646331"/>
              </a:xfrm>
              <a:prstGeom prst="rect">
                <a:avLst/>
              </a:prstGeom>
              <a:noFill/>
            </p:spPr>
            <p:txBody>
              <a:bodyPr wrap="square" rtlCol="0">
                <a:spAutoFit/>
              </a:bodyPr>
              <a:lstStyle>
                <a:defPPr>
                  <a:defRPr lang="en-US"/>
                </a:defPPr>
                <a:lvl1pPr algn="ctr">
                  <a:defRPr sz="3600" b="1">
                    <a:latin typeface="Montserrat ExtraBold" panose="00000900000000000000" pitchFamily="2" charset="0"/>
                  </a:defRPr>
                </a:lvl1pPr>
              </a:lstStyle>
              <a:p>
                <a:r>
                  <a:rPr lang="en-US" dirty="0">
                    <a:solidFill>
                      <a:srgbClr val="001B1A"/>
                    </a:solidFill>
                  </a:rPr>
                  <a:t>05</a:t>
                </a:r>
              </a:p>
            </p:txBody>
          </p:sp>
          <p:cxnSp>
            <p:nvCxnSpPr>
              <p:cNvPr id="14" name="Straight Connector 13">
                <a:extLst>
                  <a:ext uri="{FF2B5EF4-FFF2-40B4-BE49-F238E27FC236}">
                    <a16:creationId xmlns:a16="http://schemas.microsoft.com/office/drawing/2014/main" id="{A2080109-96A0-48F6-B1A5-FF0986B93C3B}"/>
                  </a:ext>
                </a:extLst>
              </p:cNvPr>
              <p:cNvCxnSpPr>
                <a:cxnSpLocks/>
              </p:cNvCxnSpPr>
              <p:nvPr/>
            </p:nvCxnSpPr>
            <p:spPr>
              <a:xfrm>
                <a:off x="4032251" y="4827047"/>
                <a:ext cx="0" cy="366029"/>
              </a:xfrm>
              <a:prstGeom prst="line">
                <a:avLst/>
              </a:prstGeom>
              <a:ln w="50800">
                <a:solidFill>
                  <a:srgbClr val="001B1A"/>
                </a:solidFill>
                <a:prstDash val="sysDot"/>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7FD049A-20E4-49EA-A738-5AF7FEBFDA7D}"/>
                  </a:ext>
                </a:extLst>
              </p:cNvPr>
              <p:cNvSpPr txBox="1"/>
              <p:nvPr/>
            </p:nvSpPr>
            <p:spPr>
              <a:xfrm>
                <a:off x="3530601" y="5137512"/>
                <a:ext cx="1003300" cy="646331"/>
              </a:xfrm>
              <a:prstGeom prst="rect">
                <a:avLst/>
              </a:prstGeom>
              <a:noFill/>
            </p:spPr>
            <p:txBody>
              <a:bodyPr wrap="square" rtlCol="0">
                <a:spAutoFit/>
              </a:bodyPr>
              <a:lstStyle>
                <a:defPPr>
                  <a:defRPr lang="en-US"/>
                </a:defPPr>
                <a:lvl1pPr algn="ctr">
                  <a:defRPr sz="3600" b="1">
                    <a:latin typeface="Montserrat ExtraBold" panose="00000900000000000000" pitchFamily="2" charset="0"/>
                  </a:defRPr>
                </a:lvl1pPr>
              </a:lstStyle>
              <a:p>
                <a:r>
                  <a:rPr lang="en-US" dirty="0">
                    <a:solidFill>
                      <a:srgbClr val="00763A"/>
                    </a:solidFill>
                  </a:rPr>
                  <a:t>06</a:t>
                </a:r>
              </a:p>
            </p:txBody>
          </p:sp>
        </p:grpSp>
        <p:cxnSp>
          <p:nvCxnSpPr>
            <p:cNvPr id="21" name="Straight Connector 20">
              <a:extLst>
                <a:ext uri="{FF2B5EF4-FFF2-40B4-BE49-F238E27FC236}">
                  <a16:creationId xmlns:a16="http://schemas.microsoft.com/office/drawing/2014/main" id="{A5CA6BB7-94E6-4286-A6A1-24FA1FA721AC}"/>
                </a:ext>
              </a:extLst>
            </p:cNvPr>
            <p:cNvCxnSpPr>
              <a:cxnSpLocks/>
            </p:cNvCxnSpPr>
            <p:nvPr/>
          </p:nvCxnSpPr>
          <p:spPr>
            <a:xfrm>
              <a:off x="4340809" y="2439183"/>
              <a:ext cx="0" cy="366029"/>
            </a:xfrm>
            <a:prstGeom prst="line">
              <a:avLst/>
            </a:prstGeom>
            <a:ln w="50800">
              <a:solidFill>
                <a:srgbClr val="FFA956"/>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079A481-768F-478C-9EDB-90FFFB44516A}"/>
                </a:ext>
              </a:extLst>
            </p:cNvPr>
            <p:cNvCxnSpPr>
              <a:cxnSpLocks/>
            </p:cNvCxnSpPr>
            <p:nvPr/>
          </p:nvCxnSpPr>
          <p:spPr>
            <a:xfrm>
              <a:off x="4345282" y="3987978"/>
              <a:ext cx="0" cy="366029"/>
            </a:xfrm>
            <a:prstGeom prst="line">
              <a:avLst/>
            </a:prstGeom>
            <a:ln w="50800">
              <a:solidFill>
                <a:srgbClr val="695E78"/>
              </a:solidFill>
              <a:prstDash val="sysDot"/>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1AE2F25C-5E5E-4548-90D1-BA5177BE0C68}"/>
              </a:ext>
            </a:extLst>
          </p:cNvPr>
          <p:cNvSpPr txBox="1"/>
          <p:nvPr/>
        </p:nvSpPr>
        <p:spPr>
          <a:xfrm>
            <a:off x="6312138" y="5041551"/>
            <a:ext cx="5302105" cy="1200329"/>
          </a:xfrm>
          <a:prstGeom prst="rect">
            <a:avLst/>
          </a:prstGeom>
          <a:noFill/>
        </p:spPr>
        <p:txBody>
          <a:bodyPr wrap="square">
            <a:spAutoFit/>
          </a:bodyPr>
          <a:lstStyle/>
          <a:p>
            <a:pPr>
              <a:defRPr sz="2000"/>
            </a:pPr>
            <a:r>
              <a:rPr lang="en-US" sz="2400" dirty="0">
                <a:latin typeface="Arial Black" panose="020B0A04020102020204" pitchFamily="34" charset="0"/>
              </a:rPr>
              <a:t>Governance, Audit, Risk and Compliance Information System</a:t>
            </a:r>
            <a:endParaRPr sz="2400" dirty="0">
              <a:latin typeface="Arial Black" panose="020B0A04020102020204" pitchFamily="34" charset="0"/>
            </a:endParaRPr>
          </a:p>
        </p:txBody>
      </p:sp>
      <p:sp>
        <p:nvSpPr>
          <p:cNvPr id="2" name="TextBox 1">
            <a:extLst>
              <a:ext uri="{FF2B5EF4-FFF2-40B4-BE49-F238E27FC236}">
                <a16:creationId xmlns:a16="http://schemas.microsoft.com/office/drawing/2014/main" id="{56C9388A-0C2A-4036-CA8F-191CDBF30768}"/>
              </a:ext>
            </a:extLst>
          </p:cNvPr>
          <p:cNvSpPr txBox="1"/>
          <p:nvPr/>
        </p:nvSpPr>
        <p:spPr>
          <a:xfrm>
            <a:off x="6958584" y="954573"/>
            <a:ext cx="5233416" cy="400110"/>
          </a:xfrm>
          <a:prstGeom prst="rect">
            <a:avLst/>
          </a:prstGeom>
          <a:solidFill>
            <a:srgbClr val="1893AD"/>
          </a:solidFill>
          <a:ln>
            <a:solidFill>
              <a:schemeClr val="accent1"/>
            </a:solidFill>
          </a:ln>
        </p:spPr>
        <p:txBody>
          <a:bodyPr wrap="square">
            <a:spAutoFit/>
          </a:bodyPr>
          <a:lstStyle/>
          <a:p>
            <a:pPr>
              <a:defRPr sz="2800" b="1">
                <a:solidFill>
                  <a:srgbClr val="FFFFFF"/>
                </a:solidFill>
              </a:defRPr>
            </a:pPr>
            <a:r>
              <a:rPr sz="2000" dirty="0">
                <a:latin typeface="Arial Black" panose="020B0A04020102020204" pitchFamily="34" charset="0"/>
              </a:rPr>
              <a:t>Systems Developed</a:t>
            </a:r>
            <a:r>
              <a:rPr lang="en-US" sz="2000" dirty="0">
                <a:latin typeface="Arial Black" panose="020B0A04020102020204" pitchFamily="34" charset="0"/>
              </a:rPr>
              <a:t> and in Progress</a:t>
            </a:r>
            <a:endParaRPr sz="2000" dirty="0">
              <a:latin typeface="Arial Black" panose="020B0A040201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464F18-B67B-4B15-A29F-03C0E1846358}"/>
              </a:ext>
            </a:extLst>
          </p:cNvPr>
          <p:cNvSpPr/>
          <p:nvPr/>
        </p:nvSpPr>
        <p:spPr>
          <a:xfrm>
            <a:off x="1402154" y="1184228"/>
            <a:ext cx="3180734" cy="589072"/>
          </a:xfrm>
          <a:prstGeom prst="rect">
            <a:avLst/>
          </a:prstGeom>
        </p:spPr>
        <p:txBody>
          <a:bodyPr wrap="square">
            <a:spAutoFit/>
          </a:bodyPr>
          <a:lstStyle/>
          <a:p>
            <a:pPr>
              <a:lnSpc>
                <a:spcPct val="150000"/>
              </a:lnSpc>
            </a:pPr>
            <a:r>
              <a:rPr lang="en-US" sz="2400" dirty="0"/>
              <a:t>Improved accountability </a:t>
            </a:r>
          </a:p>
        </p:txBody>
      </p:sp>
      <p:grpSp>
        <p:nvGrpSpPr>
          <p:cNvPr id="4" name="Group 3">
            <a:extLst>
              <a:ext uri="{FF2B5EF4-FFF2-40B4-BE49-F238E27FC236}">
                <a16:creationId xmlns:a16="http://schemas.microsoft.com/office/drawing/2014/main" id="{DDDB9F1F-D717-4E77-BC53-70BA70355BC4}"/>
              </a:ext>
            </a:extLst>
          </p:cNvPr>
          <p:cNvGrpSpPr/>
          <p:nvPr/>
        </p:nvGrpSpPr>
        <p:grpSpPr>
          <a:xfrm>
            <a:off x="843150" y="1150093"/>
            <a:ext cx="10657072" cy="4564915"/>
            <a:chOff x="-3798418" y="2119909"/>
            <a:chExt cx="8471204" cy="3005365"/>
          </a:xfrm>
        </p:grpSpPr>
        <p:cxnSp>
          <p:nvCxnSpPr>
            <p:cNvPr id="5" name="Straight Connector 4">
              <a:extLst>
                <a:ext uri="{FF2B5EF4-FFF2-40B4-BE49-F238E27FC236}">
                  <a16:creationId xmlns:a16="http://schemas.microsoft.com/office/drawing/2014/main" id="{87AC5437-8C9C-4273-9B45-E5E0846604FB}"/>
                </a:ext>
              </a:extLst>
            </p:cNvPr>
            <p:cNvCxnSpPr>
              <a:cxnSpLocks/>
            </p:cNvCxnSpPr>
            <p:nvPr/>
          </p:nvCxnSpPr>
          <p:spPr>
            <a:xfrm flipH="1">
              <a:off x="517701" y="4349995"/>
              <a:ext cx="29247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F1E93737-B190-4EF1-BCC7-D1F4ACD9FC8F}"/>
                </a:ext>
              </a:extLst>
            </p:cNvPr>
            <p:cNvSpPr/>
            <p:nvPr/>
          </p:nvSpPr>
          <p:spPr>
            <a:xfrm>
              <a:off x="798317" y="2952992"/>
              <a:ext cx="3874467" cy="47287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020A0F9A-BE50-4920-8524-5456CB560464}"/>
                </a:ext>
              </a:extLst>
            </p:cNvPr>
            <p:cNvCxnSpPr>
              <a:cxnSpLocks/>
            </p:cNvCxnSpPr>
            <p:nvPr/>
          </p:nvCxnSpPr>
          <p:spPr>
            <a:xfrm flipH="1">
              <a:off x="499226" y="2390984"/>
              <a:ext cx="18476" cy="25226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EE1F0C3-CB1F-40D5-A8F1-04F4963B1681}"/>
                </a:ext>
              </a:extLst>
            </p:cNvPr>
            <p:cNvCxnSpPr>
              <a:cxnSpLocks/>
              <a:stCxn id="6" idx="1"/>
            </p:cNvCxnSpPr>
            <p:nvPr/>
          </p:nvCxnSpPr>
          <p:spPr>
            <a:xfrm flipH="1" flipV="1">
              <a:off x="517703" y="3179177"/>
              <a:ext cx="280614" cy="102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C8F83432-5D77-497B-911D-C9EF09C769D7}"/>
                </a:ext>
              </a:extLst>
            </p:cNvPr>
            <p:cNvSpPr/>
            <p:nvPr/>
          </p:nvSpPr>
          <p:spPr>
            <a:xfrm>
              <a:off x="374687" y="2119909"/>
              <a:ext cx="983791" cy="279694"/>
            </a:xfrm>
            <a:prstGeom prst="roundRect">
              <a:avLst/>
            </a:prstGeom>
            <a:solidFill>
              <a:srgbClr val="1893AD"/>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D84131D9-FD4C-4400-BB84-627F95B12254}"/>
                </a:ext>
              </a:extLst>
            </p:cNvPr>
            <p:cNvSpPr/>
            <p:nvPr/>
          </p:nvSpPr>
          <p:spPr>
            <a:xfrm>
              <a:off x="798320" y="4134703"/>
              <a:ext cx="3874466"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4">
              <a:extLst>
                <a:ext uri="{FF2B5EF4-FFF2-40B4-BE49-F238E27FC236}">
                  <a16:creationId xmlns:a16="http://schemas.microsoft.com/office/drawing/2014/main" id="{17672DD8-6C84-4107-B882-771644C56D34}"/>
                </a:ext>
              </a:extLst>
            </p:cNvPr>
            <p:cNvSpPr/>
            <p:nvPr/>
          </p:nvSpPr>
          <p:spPr>
            <a:xfrm>
              <a:off x="798318" y="3602452"/>
              <a:ext cx="3874467"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7DEF1E1D-75DE-4AA2-8118-F435034CB431}"/>
                </a:ext>
              </a:extLst>
            </p:cNvPr>
            <p:cNvSpPr/>
            <p:nvPr/>
          </p:nvSpPr>
          <p:spPr>
            <a:xfrm>
              <a:off x="769284" y="4694690"/>
              <a:ext cx="3903501"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85A407DD-90FD-4962-B435-1652C1E5BFBE}"/>
                </a:ext>
              </a:extLst>
            </p:cNvPr>
            <p:cNvCxnSpPr>
              <a:cxnSpLocks/>
            </p:cNvCxnSpPr>
            <p:nvPr/>
          </p:nvCxnSpPr>
          <p:spPr>
            <a:xfrm flipH="1">
              <a:off x="487707" y="4913635"/>
              <a:ext cx="29247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638868B-546F-455A-9A3B-FC780C15B28B}"/>
                </a:ext>
              </a:extLst>
            </p:cNvPr>
            <p:cNvCxnSpPr>
              <a:cxnSpLocks/>
            </p:cNvCxnSpPr>
            <p:nvPr/>
          </p:nvCxnSpPr>
          <p:spPr>
            <a:xfrm flipH="1">
              <a:off x="517701" y="3830271"/>
              <a:ext cx="29247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283F075-985F-4848-953E-A152555B26D3}"/>
                </a:ext>
              </a:extLst>
            </p:cNvPr>
            <p:cNvCxnSpPr>
              <a:cxnSpLocks/>
            </p:cNvCxnSpPr>
            <p:nvPr/>
          </p:nvCxnSpPr>
          <p:spPr>
            <a:xfrm flipH="1">
              <a:off x="195228" y="4158444"/>
              <a:ext cx="29247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7B6231E5-3150-4A1B-A893-7C990E42B3C3}"/>
                </a:ext>
              </a:extLst>
            </p:cNvPr>
            <p:cNvSpPr/>
            <p:nvPr/>
          </p:nvSpPr>
          <p:spPr>
            <a:xfrm>
              <a:off x="-3786388" y="3958330"/>
              <a:ext cx="3981617"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C78A1F7A-E67F-4291-9620-B89677F15234}"/>
                </a:ext>
              </a:extLst>
            </p:cNvPr>
            <p:cNvCxnSpPr>
              <a:cxnSpLocks/>
            </p:cNvCxnSpPr>
            <p:nvPr/>
          </p:nvCxnSpPr>
          <p:spPr>
            <a:xfrm flipH="1">
              <a:off x="206748" y="4693100"/>
              <a:ext cx="29247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1B0EFBA1-ADD8-474F-98D2-DA1E30B53F49}"/>
                </a:ext>
              </a:extLst>
            </p:cNvPr>
            <p:cNvSpPr/>
            <p:nvPr/>
          </p:nvSpPr>
          <p:spPr>
            <a:xfrm>
              <a:off x="-3798418" y="4496558"/>
              <a:ext cx="3999577"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Rectangle 10">
            <a:extLst>
              <a:ext uri="{FF2B5EF4-FFF2-40B4-BE49-F238E27FC236}">
                <a16:creationId xmlns:a16="http://schemas.microsoft.com/office/drawing/2014/main" id="{019F44D8-A4D4-48FA-A234-3C6146A62327}"/>
              </a:ext>
            </a:extLst>
          </p:cNvPr>
          <p:cNvSpPr/>
          <p:nvPr/>
        </p:nvSpPr>
        <p:spPr>
          <a:xfrm>
            <a:off x="1381169" y="2195528"/>
            <a:ext cx="3639831" cy="589072"/>
          </a:xfrm>
          <a:prstGeom prst="rect">
            <a:avLst/>
          </a:prstGeom>
        </p:spPr>
        <p:txBody>
          <a:bodyPr wrap="square">
            <a:spAutoFit/>
          </a:bodyPr>
          <a:lstStyle/>
          <a:p>
            <a:pPr>
              <a:lnSpc>
                <a:spcPct val="150000"/>
              </a:lnSpc>
            </a:pPr>
            <a:r>
              <a:rPr lang="en-US" sz="2400" dirty="0"/>
              <a:t>Faster reporting turnaround </a:t>
            </a:r>
          </a:p>
        </p:txBody>
      </p:sp>
      <p:sp>
        <p:nvSpPr>
          <p:cNvPr id="12" name="Rectangle 11">
            <a:extLst>
              <a:ext uri="{FF2B5EF4-FFF2-40B4-BE49-F238E27FC236}">
                <a16:creationId xmlns:a16="http://schemas.microsoft.com/office/drawing/2014/main" id="{6E55C32C-2974-4D5F-8666-BDFD93EFCF36}"/>
              </a:ext>
            </a:extLst>
          </p:cNvPr>
          <p:cNvSpPr/>
          <p:nvPr/>
        </p:nvSpPr>
        <p:spPr>
          <a:xfrm>
            <a:off x="1346574" y="2723417"/>
            <a:ext cx="3111749" cy="589072"/>
          </a:xfrm>
          <a:prstGeom prst="rect">
            <a:avLst/>
          </a:prstGeom>
        </p:spPr>
        <p:txBody>
          <a:bodyPr wrap="none">
            <a:spAutoFit/>
          </a:bodyPr>
          <a:lstStyle/>
          <a:p>
            <a:pPr>
              <a:lnSpc>
                <a:spcPct val="150000"/>
              </a:lnSpc>
            </a:pPr>
            <a:r>
              <a:rPr lang="en-US" sz="2400" dirty="0"/>
              <a:t>Centralized data access </a:t>
            </a:r>
          </a:p>
        </p:txBody>
      </p:sp>
      <p:sp>
        <p:nvSpPr>
          <p:cNvPr id="13" name="Rectangle 12">
            <a:extLst>
              <a:ext uri="{FF2B5EF4-FFF2-40B4-BE49-F238E27FC236}">
                <a16:creationId xmlns:a16="http://schemas.microsoft.com/office/drawing/2014/main" id="{5F4F39A7-66F6-4052-A291-65B73575913A}"/>
              </a:ext>
            </a:extLst>
          </p:cNvPr>
          <p:cNvSpPr/>
          <p:nvPr/>
        </p:nvSpPr>
        <p:spPr>
          <a:xfrm>
            <a:off x="1382821" y="1745883"/>
            <a:ext cx="3099566" cy="589072"/>
          </a:xfrm>
          <a:prstGeom prst="rect">
            <a:avLst/>
          </a:prstGeom>
        </p:spPr>
        <p:txBody>
          <a:bodyPr wrap="none">
            <a:spAutoFit/>
          </a:bodyPr>
          <a:lstStyle/>
          <a:p>
            <a:pPr>
              <a:lnSpc>
                <a:spcPct val="150000"/>
              </a:lnSpc>
            </a:pPr>
            <a:r>
              <a:rPr lang="en-US" sz="2400" dirty="0"/>
              <a:t>Better decision-making </a:t>
            </a:r>
          </a:p>
        </p:txBody>
      </p:sp>
      <p:grpSp>
        <p:nvGrpSpPr>
          <p:cNvPr id="23" name="Group 22">
            <a:extLst>
              <a:ext uri="{FF2B5EF4-FFF2-40B4-BE49-F238E27FC236}">
                <a16:creationId xmlns:a16="http://schemas.microsoft.com/office/drawing/2014/main" id="{90DE2076-62C9-4354-8D67-D6B6D2F5BB59}"/>
              </a:ext>
            </a:extLst>
          </p:cNvPr>
          <p:cNvGrpSpPr/>
          <p:nvPr/>
        </p:nvGrpSpPr>
        <p:grpSpPr>
          <a:xfrm>
            <a:off x="990416" y="627114"/>
            <a:ext cx="4002505" cy="2652887"/>
            <a:chOff x="374686" y="2159500"/>
            <a:chExt cx="4002505" cy="2965774"/>
          </a:xfrm>
        </p:grpSpPr>
        <p:cxnSp>
          <p:nvCxnSpPr>
            <p:cNvPr id="24" name="Straight Connector 23">
              <a:extLst>
                <a:ext uri="{FF2B5EF4-FFF2-40B4-BE49-F238E27FC236}">
                  <a16:creationId xmlns:a16="http://schemas.microsoft.com/office/drawing/2014/main" id="{10E215F0-FD61-4A59-86AE-CD9DD2795057}"/>
                </a:ext>
              </a:extLst>
            </p:cNvPr>
            <p:cNvCxnSpPr>
              <a:cxnSpLocks/>
            </p:cNvCxnSpPr>
            <p:nvPr/>
          </p:nvCxnSpPr>
          <p:spPr>
            <a:xfrm flipH="1">
              <a:off x="517701" y="4349995"/>
              <a:ext cx="29247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41CEC61C-5259-4271-93AF-A7A5EFD37A61}"/>
                </a:ext>
              </a:extLst>
            </p:cNvPr>
            <p:cNvSpPr/>
            <p:nvPr/>
          </p:nvSpPr>
          <p:spPr>
            <a:xfrm>
              <a:off x="798318" y="2952992"/>
              <a:ext cx="3578865" cy="47287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95BD5F60-DCB1-457C-B862-C43C997A4887}"/>
                </a:ext>
              </a:extLst>
            </p:cNvPr>
            <p:cNvCxnSpPr>
              <a:cxnSpLocks/>
            </p:cNvCxnSpPr>
            <p:nvPr/>
          </p:nvCxnSpPr>
          <p:spPr>
            <a:xfrm flipH="1">
              <a:off x="499226" y="2390984"/>
              <a:ext cx="18476" cy="25226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456162C-49FD-41D4-9894-84B91A1CBBE7}"/>
                </a:ext>
              </a:extLst>
            </p:cNvPr>
            <p:cNvCxnSpPr>
              <a:cxnSpLocks/>
              <a:stCxn id="25" idx="1"/>
            </p:cNvCxnSpPr>
            <p:nvPr/>
          </p:nvCxnSpPr>
          <p:spPr>
            <a:xfrm flipH="1" flipV="1">
              <a:off x="517702" y="3179177"/>
              <a:ext cx="280616" cy="1025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2AA86525-FC48-4428-B248-218EDC54944F}"/>
                </a:ext>
              </a:extLst>
            </p:cNvPr>
            <p:cNvSpPr/>
            <p:nvPr/>
          </p:nvSpPr>
          <p:spPr>
            <a:xfrm>
              <a:off x="374686" y="2159500"/>
              <a:ext cx="2754785" cy="430584"/>
            </a:xfrm>
            <a:prstGeom prst="roundRect">
              <a:avLst/>
            </a:prstGeom>
            <a:solidFill>
              <a:srgbClr val="1893AD"/>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780EBF31-56F5-4842-B965-62E8E872AED1}"/>
                </a:ext>
              </a:extLst>
            </p:cNvPr>
            <p:cNvSpPr/>
            <p:nvPr/>
          </p:nvSpPr>
          <p:spPr>
            <a:xfrm>
              <a:off x="798319" y="4134703"/>
              <a:ext cx="3578872"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A6819588-64B6-403C-99A5-5E1D6F555544}"/>
                </a:ext>
              </a:extLst>
            </p:cNvPr>
            <p:cNvSpPr/>
            <p:nvPr/>
          </p:nvSpPr>
          <p:spPr>
            <a:xfrm>
              <a:off x="798318" y="3602452"/>
              <a:ext cx="3578869"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Rounded Corners 30">
              <a:extLst>
                <a:ext uri="{FF2B5EF4-FFF2-40B4-BE49-F238E27FC236}">
                  <a16:creationId xmlns:a16="http://schemas.microsoft.com/office/drawing/2014/main" id="{EAFB69E0-0134-4D74-BD30-6188A2C316D3}"/>
                </a:ext>
              </a:extLst>
            </p:cNvPr>
            <p:cNvSpPr/>
            <p:nvPr/>
          </p:nvSpPr>
          <p:spPr>
            <a:xfrm>
              <a:off x="769284" y="4694690"/>
              <a:ext cx="3578872"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a:extLst>
                <a:ext uri="{FF2B5EF4-FFF2-40B4-BE49-F238E27FC236}">
                  <a16:creationId xmlns:a16="http://schemas.microsoft.com/office/drawing/2014/main" id="{54F9399E-04EB-4205-9062-320BBFBD2E30}"/>
                </a:ext>
              </a:extLst>
            </p:cNvPr>
            <p:cNvCxnSpPr>
              <a:cxnSpLocks/>
            </p:cNvCxnSpPr>
            <p:nvPr/>
          </p:nvCxnSpPr>
          <p:spPr>
            <a:xfrm flipH="1">
              <a:off x="487707" y="4913635"/>
              <a:ext cx="29247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3D25DB4-7032-4403-98E5-7DBDF848E711}"/>
                </a:ext>
              </a:extLst>
            </p:cNvPr>
            <p:cNvCxnSpPr>
              <a:cxnSpLocks/>
            </p:cNvCxnSpPr>
            <p:nvPr/>
          </p:nvCxnSpPr>
          <p:spPr>
            <a:xfrm flipH="1">
              <a:off x="499226" y="3820938"/>
              <a:ext cx="292478"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4FFB4816-9F81-416B-8AFB-8F003CFBFCD9}"/>
              </a:ext>
            </a:extLst>
          </p:cNvPr>
          <p:cNvSpPr/>
          <p:nvPr/>
        </p:nvSpPr>
        <p:spPr>
          <a:xfrm>
            <a:off x="1034580" y="449681"/>
            <a:ext cx="2710621" cy="575157"/>
          </a:xfrm>
          <a:prstGeom prst="rect">
            <a:avLst/>
          </a:prstGeom>
        </p:spPr>
        <p:txBody>
          <a:bodyPr wrap="square">
            <a:spAutoFit/>
          </a:bodyPr>
          <a:lstStyle/>
          <a:p>
            <a:pPr>
              <a:lnSpc>
                <a:spcPct val="150000"/>
              </a:lnSpc>
            </a:pPr>
            <a:r>
              <a:rPr lang="en-US" sz="2400" b="1" dirty="0">
                <a:ln>
                  <a:solidFill>
                    <a:schemeClr val="bg1"/>
                  </a:solidFill>
                </a:ln>
                <a:solidFill>
                  <a:schemeClr val="bg1"/>
                </a:solidFill>
                <a:latin typeface="Arial Rounded MT Bold" panose="020F0704030504030204" pitchFamily="34" charset="0"/>
              </a:rPr>
              <a:t>Outcomes</a:t>
            </a:r>
          </a:p>
        </p:txBody>
      </p:sp>
      <p:sp>
        <p:nvSpPr>
          <p:cNvPr id="35" name="Rectangle 34">
            <a:extLst>
              <a:ext uri="{FF2B5EF4-FFF2-40B4-BE49-F238E27FC236}">
                <a16:creationId xmlns:a16="http://schemas.microsoft.com/office/drawing/2014/main" id="{AD1B5C93-40F8-4047-AE1B-EE83B8E31E57}"/>
              </a:ext>
            </a:extLst>
          </p:cNvPr>
          <p:cNvSpPr/>
          <p:nvPr/>
        </p:nvSpPr>
        <p:spPr>
          <a:xfrm>
            <a:off x="5898357" y="1101229"/>
            <a:ext cx="1664770" cy="461665"/>
          </a:xfrm>
          <a:prstGeom prst="rect">
            <a:avLst/>
          </a:prstGeom>
        </p:spPr>
        <p:txBody>
          <a:bodyPr wrap="square">
            <a:spAutoFit/>
          </a:bodyPr>
          <a:lstStyle/>
          <a:p>
            <a:pPr algn="ctr"/>
            <a:r>
              <a:rPr lang="en-US" sz="2400" b="1" dirty="0">
                <a:ln>
                  <a:solidFill>
                    <a:schemeClr val="bg1"/>
                  </a:solidFill>
                </a:ln>
                <a:solidFill>
                  <a:schemeClr val="bg1"/>
                </a:solidFill>
                <a:latin typeface="Arial Rounded MT Bold" panose="020F0704030504030204" pitchFamily="34" charset="0"/>
              </a:rPr>
              <a:t>Status</a:t>
            </a:r>
          </a:p>
        </p:txBody>
      </p:sp>
      <p:sp>
        <p:nvSpPr>
          <p:cNvPr id="36" name="Rectangle 35">
            <a:extLst>
              <a:ext uri="{FF2B5EF4-FFF2-40B4-BE49-F238E27FC236}">
                <a16:creationId xmlns:a16="http://schemas.microsoft.com/office/drawing/2014/main" id="{0982D89F-7654-4536-9378-CCD7DA7ED7DC}"/>
              </a:ext>
            </a:extLst>
          </p:cNvPr>
          <p:cNvSpPr/>
          <p:nvPr/>
        </p:nvSpPr>
        <p:spPr>
          <a:xfrm>
            <a:off x="6640927" y="2351668"/>
            <a:ext cx="4840451" cy="830997"/>
          </a:xfrm>
          <a:prstGeom prst="rect">
            <a:avLst/>
          </a:prstGeom>
        </p:spPr>
        <p:txBody>
          <a:bodyPr wrap="square">
            <a:spAutoFit/>
          </a:bodyPr>
          <a:lstStyle/>
          <a:p>
            <a:r>
              <a:rPr lang="en-US" sz="2400" b="1" dirty="0"/>
              <a:t>Procurement: </a:t>
            </a:r>
            <a:r>
              <a:rPr lang="en-US" sz="2400" dirty="0"/>
              <a:t>Deployed, and has undergone first stage review</a:t>
            </a:r>
          </a:p>
        </p:txBody>
      </p:sp>
      <p:sp>
        <p:nvSpPr>
          <p:cNvPr id="37" name="Rectangle 36">
            <a:extLst>
              <a:ext uri="{FF2B5EF4-FFF2-40B4-BE49-F238E27FC236}">
                <a16:creationId xmlns:a16="http://schemas.microsoft.com/office/drawing/2014/main" id="{82727709-536F-457B-9374-4CB197E6F332}"/>
              </a:ext>
            </a:extLst>
          </p:cNvPr>
          <p:cNvSpPr/>
          <p:nvPr/>
        </p:nvSpPr>
        <p:spPr>
          <a:xfrm>
            <a:off x="6659769" y="3351168"/>
            <a:ext cx="4840451" cy="757130"/>
          </a:xfrm>
          <a:prstGeom prst="rect">
            <a:avLst/>
          </a:prstGeom>
        </p:spPr>
        <p:txBody>
          <a:bodyPr wrap="square">
            <a:spAutoFit/>
          </a:bodyPr>
          <a:lstStyle/>
          <a:p>
            <a:pPr>
              <a:lnSpc>
                <a:spcPct val="90000"/>
              </a:lnSpc>
            </a:pPr>
            <a:r>
              <a:rPr lang="en-US" sz="2400" b="1" dirty="0"/>
              <a:t>Human Resource: </a:t>
            </a:r>
            <a:r>
              <a:rPr lang="en-US" sz="2400" dirty="0"/>
              <a:t>Deployed, undergone 1st and 2nd stage review</a:t>
            </a:r>
          </a:p>
        </p:txBody>
      </p:sp>
      <p:sp>
        <p:nvSpPr>
          <p:cNvPr id="38" name="Rectangle 37">
            <a:extLst>
              <a:ext uri="{FF2B5EF4-FFF2-40B4-BE49-F238E27FC236}">
                <a16:creationId xmlns:a16="http://schemas.microsoft.com/office/drawing/2014/main" id="{D7D7F3C5-308D-4D28-91BB-0A5C48A66F09}"/>
              </a:ext>
            </a:extLst>
          </p:cNvPr>
          <p:cNvSpPr/>
          <p:nvPr/>
        </p:nvSpPr>
        <p:spPr>
          <a:xfrm>
            <a:off x="6659769" y="4159084"/>
            <a:ext cx="5035555" cy="757130"/>
          </a:xfrm>
          <a:prstGeom prst="rect">
            <a:avLst/>
          </a:prstGeom>
        </p:spPr>
        <p:txBody>
          <a:bodyPr wrap="square">
            <a:spAutoFit/>
          </a:bodyPr>
          <a:lstStyle/>
          <a:p>
            <a:pPr>
              <a:lnSpc>
                <a:spcPct val="90000"/>
              </a:lnSpc>
            </a:pPr>
            <a:r>
              <a:rPr lang="en-US" sz="2400" b="1" dirty="0"/>
              <a:t>MEAL: </a:t>
            </a:r>
            <a:r>
              <a:rPr lang="en-US" sz="2400" dirty="0"/>
              <a:t>Deployed, undergone 1st and 2nd stage review and waiting approval</a:t>
            </a:r>
          </a:p>
        </p:txBody>
      </p:sp>
      <p:sp>
        <p:nvSpPr>
          <p:cNvPr id="39" name="Rectangle 38">
            <a:extLst>
              <a:ext uri="{FF2B5EF4-FFF2-40B4-BE49-F238E27FC236}">
                <a16:creationId xmlns:a16="http://schemas.microsoft.com/office/drawing/2014/main" id="{F8C56327-AAE5-42B0-9A66-B8F335844C48}"/>
              </a:ext>
            </a:extLst>
          </p:cNvPr>
          <p:cNvSpPr/>
          <p:nvPr/>
        </p:nvSpPr>
        <p:spPr>
          <a:xfrm>
            <a:off x="6732572" y="5015128"/>
            <a:ext cx="5046680" cy="757130"/>
          </a:xfrm>
          <a:prstGeom prst="rect">
            <a:avLst/>
          </a:prstGeom>
        </p:spPr>
        <p:txBody>
          <a:bodyPr wrap="square">
            <a:spAutoFit/>
          </a:bodyPr>
          <a:lstStyle/>
          <a:p>
            <a:pPr>
              <a:lnSpc>
                <a:spcPct val="90000"/>
              </a:lnSpc>
            </a:pPr>
            <a:r>
              <a:rPr lang="en-US" sz="2400" b="1" dirty="0"/>
              <a:t>Asset: </a:t>
            </a:r>
            <a:r>
              <a:rPr lang="en-US" sz="2400" dirty="0"/>
              <a:t>Deployed, and has undergone first stage review</a:t>
            </a:r>
          </a:p>
        </p:txBody>
      </p:sp>
      <p:sp>
        <p:nvSpPr>
          <p:cNvPr id="42" name="Rectangle 41">
            <a:extLst>
              <a:ext uri="{FF2B5EF4-FFF2-40B4-BE49-F238E27FC236}">
                <a16:creationId xmlns:a16="http://schemas.microsoft.com/office/drawing/2014/main" id="{8C47B132-25E7-4550-98B7-E7AC6DFF1960}"/>
              </a:ext>
            </a:extLst>
          </p:cNvPr>
          <p:cNvSpPr/>
          <p:nvPr/>
        </p:nvSpPr>
        <p:spPr>
          <a:xfrm>
            <a:off x="860118" y="3915985"/>
            <a:ext cx="5506813" cy="757130"/>
          </a:xfrm>
          <a:prstGeom prst="rect">
            <a:avLst/>
          </a:prstGeom>
        </p:spPr>
        <p:txBody>
          <a:bodyPr wrap="square">
            <a:spAutoFit/>
          </a:bodyPr>
          <a:lstStyle/>
          <a:p>
            <a:pPr>
              <a:lnSpc>
                <a:spcPct val="90000"/>
              </a:lnSpc>
            </a:pPr>
            <a:r>
              <a:rPr lang="en-US" sz="2400" b="1" dirty="0"/>
              <a:t>Communication: </a:t>
            </a:r>
            <a:r>
              <a:rPr lang="en-US" sz="2400" dirty="0"/>
              <a:t>Deployed, pass 1st and 2nd stage review and waiting approval</a:t>
            </a:r>
          </a:p>
        </p:txBody>
      </p:sp>
      <p:sp>
        <p:nvSpPr>
          <p:cNvPr id="45" name="Rectangle 44">
            <a:extLst>
              <a:ext uri="{FF2B5EF4-FFF2-40B4-BE49-F238E27FC236}">
                <a16:creationId xmlns:a16="http://schemas.microsoft.com/office/drawing/2014/main" id="{3A9294DF-6FF8-4F3C-8B00-0BF261D1A0C6}"/>
              </a:ext>
            </a:extLst>
          </p:cNvPr>
          <p:cNvSpPr/>
          <p:nvPr/>
        </p:nvSpPr>
        <p:spPr>
          <a:xfrm>
            <a:off x="913511" y="4734370"/>
            <a:ext cx="4487426" cy="757130"/>
          </a:xfrm>
          <a:prstGeom prst="rect">
            <a:avLst/>
          </a:prstGeom>
        </p:spPr>
        <p:txBody>
          <a:bodyPr wrap="square">
            <a:spAutoFit/>
          </a:bodyPr>
          <a:lstStyle/>
          <a:p>
            <a:pPr>
              <a:lnSpc>
                <a:spcPct val="90000"/>
              </a:lnSpc>
            </a:pPr>
            <a:r>
              <a:rPr lang="en-US" sz="2400" b="1" dirty="0"/>
              <a:t>GARCIS: </a:t>
            </a:r>
            <a:r>
              <a:rPr lang="en-US" sz="2400" dirty="0"/>
              <a:t>Deployed, and has undergone first stage review</a:t>
            </a:r>
          </a:p>
        </p:txBody>
      </p:sp>
      <p:sp>
        <p:nvSpPr>
          <p:cNvPr id="46" name="Rectangle 45">
            <a:extLst>
              <a:ext uri="{FF2B5EF4-FFF2-40B4-BE49-F238E27FC236}">
                <a16:creationId xmlns:a16="http://schemas.microsoft.com/office/drawing/2014/main" id="{5B662CE2-E0C6-4A4F-9A7A-A423B700B9AC}"/>
              </a:ext>
            </a:extLst>
          </p:cNvPr>
          <p:cNvSpPr/>
          <p:nvPr/>
        </p:nvSpPr>
        <p:spPr>
          <a:xfrm>
            <a:off x="-12199" y="636163"/>
            <a:ext cx="502322" cy="477789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4808803A-043D-461F-A989-21C87554440D}"/>
              </a:ext>
            </a:extLst>
          </p:cNvPr>
          <p:cNvSpPr/>
          <p:nvPr/>
        </p:nvSpPr>
        <p:spPr>
          <a:xfrm rot="16200000">
            <a:off x="-2134715" y="2675517"/>
            <a:ext cx="4544683" cy="575157"/>
          </a:xfrm>
          <a:prstGeom prst="rect">
            <a:avLst/>
          </a:prstGeom>
        </p:spPr>
        <p:txBody>
          <a:bodyPr wrap="square">
            <a:spAutoFit/>
          </a:bodyPr>
          <a:lstStyle/>
          <a:p>
            <a:pPr>
              <a:lnSpc>
                <a:spcPct val="150000"/>
              </a:lnSpc>
            </a:pPr>
            <a:r>
              <a:rPr lang="en-US" sz="2400" b="1" dirty="0">
                <a:ln>
                  <a:solidFill>
                    <a:schemeClr val="bg1"/>
                  </a:solidFill>
                </a:ln>
                <a:solidFill>
                  <a:schemeClr val="bg1"/>
                </a:solidFill>
                <a:latin typeface="Arial Rounded MT Bold" panose="020F0704030504030204" pitchFamily="34" charset="0"/>
              </a:rPr>
              <a:t>System Outcomes and Status</a:t>
            </a:r>
          </a:p>
        </p:txBody>
      </p:sp>
    </p:spTree>
    <p:extLst>
      <p:ext uri="{BB962C8B-B14F-4D97-AF65-F5344CB8AC3E}">
        <p14:creationId xmlns:p14="http://schemas.microsoft.com/office/powerpoint/2010/main" val="969853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CEB8B0-6562-4EB9-8C6E-6DBB6FE5E5F1}"/>
              </a:ext>
            </a:extLst>
          </p:cNvPr>
          <p:cNvSpPr/>
          <p:nvPr/>
        </p:nvSpPr>
        <p:spPr>
          <a:xfrm>
            <a:off x="188368" y="1079500"/>
            <a:ext cx="3191154" cy="4445000"/>
          </a:xfrm>
          <a:prstGeom prst="rect">
            <a:avLst/>
          </a:prstGeom>
          <a:solidFill>
            <a:srgbClr val="0066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8">
            <a:extLst>
              <a:ext uri="{FF2B5EF4-FFF2-40B4-BE49-F238E27FC236}">
                <a16:creationId xmlns:a16="http://schemas.microsoft.com/office/drawing/2014/main" id="{D6463A63-7C82-42C5-917E-94A34C452B30}"/>
              </a:ext>
            </a:extLst>
          </p:cNvPr>
          <p:cNvSpPr txBox="1">
            <a:spLocks/>
          </p:cNvSpPr>
          <p:nvPr/>
        </p:nvSpPr>
        <p:spPr>
          <a:xfrm>
            <a:off x="62872" y="1491456"/>
            <a:ext cx="2666671" cy="3811588"/>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solidFill>
                  <a:schemeClr val="bg1"/>
                </a:solidFill>
              </a:rPr>
              <a:t>Organizational and Leadership Exposure</a:t>
            </a:r>
            <a:endParaRPr lang="en-US" dirty="0">
              <a:solidFill>
                <a:schemeClr val="bg1"/>
              </a:solidFill>
            </a:endParaRPr>
          </a:p>
        </p:txBody>
      </p:sp>
      <p:sp>
        <p:nvSpPr>
          <p:cNvPr id="8" name="Oval 7">
            <a:extLst>
              <a:ext uri="{FF2B5EF4-FFF2-40B4-BE49-F238E27FC236}">
                <a16:creationId xmlns:a16="http://schemas.microsoft.com/office/drawing/2014/main" id="{DF4F2EB5-24D9-44D7-9C10-DD6ED0FCF42C}"/>
              </a:ext>
            </a:extLst>
          </p:cNvPr>
          <p:cNvSpPr/>
          <p:nvPr/>
        </p:nvSpPr>
        <p:spPr>
          <a:xfrm>
            <a:off x="2566833" y="2618763"/>
            <a:ext cx="1622858" cy="1622858"/>
          </a:xfrm>
          <a:prstGeom prst="ellipse">
            <a:avLst/>
          </a:pr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20C3506-A6B9-4327-B6F2-F749F14B407F}"/>
              </a:ext>
            </a:extLst>
          </p:cNvPr>
          <p:cNvSpPr/>
          <p:nvPr/>
        </p:nvSpPr>
        <p:spPr>
          <a:xfrm>
            <a:off x="2820459" y="2871197"/>
            <a:ext cx="1115606" cy="1115606"/>
          </a:xfrm>
          <a:prstGeom prst="ellipse">
            <a:avLst/>
          </a:prstGeom>
          <a:solidFill>
            <a:schemeClr val="bg1"/>
          </a:solidFill>
          <a:ln>
            <a:noFill/>
          </a:ln>
          <a:effectLst>
            <a:outerShdw blurRad="101600" sx="102000" sy="102000" algn="ctr" rotWithShape="0">
              <a:schemeClr val="tx1">
                <a:lumMod val="75000"/>
                <a:lumOff val="2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7">
            <a:extLst>
              <a:ext uri="{FF2B5EF4-FFF2-40B4-BE49-F238E27FC236}">
                <a16:creationId xmlns:a16="http://schemas.microsoft.com/office/drawing/2014/main" id="{CD0269D2-5C09-4629-AC95-2376FBFC7A5B}"/>
              </a:ext>
            </a:extLst>
          </p:cNvPr>
          <p:cNvSpPr>
            <a:spLocks noEditPoints="1"/>
          </p:cNvSpPr>
          <p:nvPr/>
        </p:nvSpPr>
        <p:spPr bwMode="auto">
          <a:xfrm>
            <a:off x="3106550" y="3143250"/>
            <a:ext cx="543424" cy="571500"/>
          </a:xfrm>
          <a:custGeom>
            <a:avLst/>
            <a:gdLst>
              <a:gd name="T0" fmla="*/ 2147483646 w 57"/>
              <a:gd name="T1" fmla="*/ 2147483646 h 67"/>
              <a:gd name="T2" fmla="*/ 2147483646 w 57"/>
              <a:gd name="T3" fmla="*/ 2147483646 h 67"/>
              <a:gd name="T4" fmla="*/ 2147483646 w 57"/>
              <a:gd name="T5" fmla="*/ 2147483646 h 67"/>
              <a:gd name="T6" fmla="*/ 2147483646 w 57"/>
              <a:gd name="T7" fmla="*/ 2147483646 h 67"/>
              <a:gd name="T8" fmla="*/ 2147483646 w 57"/>
              <a:gd name="T9" fmla="*/ 2147483646 h 67"/>
              <a:gd name="T10" fmla="*/ 0 w 57"/>
              <a:gd name="T11" fmla="*/ 2147483646 h 67"/>
              <a:gd name="T12" fmla="*/ 2147483646 w 57"/>
              <a:gd name="T13" fmla="*/ 2147483646 h 67"/>
              <a:gd name="T14" fmla="*/ 2147483646 w 57"/>
              <a:gd name="T15" fmla="*/ 2147483646 h 67"/>
              <a:gd name="T16" fmla="*/ 2147483646 w 57"/>
              <a:gd name="T17" fmla="*/ 2147483646 h 67"/>
              <a:gd name="T18" fmla="*/ 2147483646 w 57"/>
              <a:gd name="T19" fmla="*/ 2147483646 h 67"/>
              <a:gd name="T20" fmla="*/ 2147483646 w 57"/>
              <a:gd name="T21" fmla="*/ 2147483646 h 67"/>
              <a:gd name="T22" fmla="*/ 2147483646 w 57"/>
              <a:gd name="T23" fmla="*/ 2147483646 h 67"/>
              <a:gd name="T24" fmla="*/ 2147483646 w 57"/>
              <a:gd name="T25" fmla="*/ 2147483646 h 67"/>
              <a:gd name="T26" fmla="*/ 2147483646 w 57"/>
              <a:gd name="T27" fmla="*/ 2147483646 h 67"/>
              <a:gd name="T28" fmla="*/ 2147483646 w 57"/>
              <a:gd name="T29" fmla="*/ 2147483646 h 67"/>
              <a:gd name="T30" fmla="*/ 2147483646 w 57"/>
              <a:gd name="T31" fmla="*/ 2147483646 h 67"/>
              <a:gd name="T32" fmla="*/ 2147483646 w 57"/>
              <a:gd name="T33" fmla="*/ 2147483646 h 67"/>
              <a:gd name="T34" fmla="*/ 2147483646 w 57"/>
              <a:gd name="T35" fmla="*/ 2147483646 h 67"/>
              <a:gd name="T36" fmla="*/ 2147483646 w 57"/>
              <a:gd name="T37" fmla="*/ 2147483646 h 67"/>
              <a:gd name="T38" fmla="*/ 2147483646 w 57"/>
              <a:gd name="T39" fmla="*/ 2147483646 h 67"/>
              <a:gd name="T40" fmla="*/ 2147483646 w 57"/>
              <a:gd name="T41" fmla="*/ 2147483646 h 67"/>
              <a:gd name="T42" fmla="*/ 2147483646 w 57"/>
              <a:gd name="T43" fmla="*/ 2147483646 h 67"/>
              <a:gd name="T44" fmla="*/ 2147483646 w 57"/>
              <a:gd name="T45" fmla="*/ 2147483646 h 67"/>
              <a:gd name="T46" fmla="*/ 2147483646 w 57"/>
              <a:gd name="T47" fmla="*/ 2147483646 h 67"/>
              <a:gd name="T48" fmla="*/ 2147483646 w 57"/>
              <a:gd name="T49" fmla="*/ 2147483646 h 67"/>
              <a:gd name="T50" fmla="*/ 2147483646 w 57"/>
              <a:gd name="T51" fmla="*/ 2147483646 h 67"/>
              <a:gd name="T52" fmla="*/ 2147483646 w 57"/>
              <a:gd name="T53" fmla="*/ 2147483646 h 67"/>
              <a:gd name="T54" fmla="*/ 2147483646 w 57"/>
              <a:gd name="T55" fmla="*/ 2147483646 h 67"/>
              <a:gd name="T56" fmla="*/ 2147483646 w 57"/>
              <a:gd name="T57" fmla="*/ 2147483646 h 67"/>
              <a:gd name="T58" fmla="*/ 2147483646 w 57"/>
              <a:gd name="T59" fmla="*/ 2147483646 h 67"/>
              <a:gd name="T60" fmla="*/ 2147483646 w 57"/>
              <a:gd name="T61" fmla="*/ 2147483646 h 67"/>
              <a:gd name="T62" fmla="*/ 2147483646 w 57"/>
              <a:gd name="T63" fmla="*/ 2147483646 h 67"/>
              <a:gd name="T64" fmla="*/ 2147483646 w 57"/>
              <a:gd name="T65" fmla="*/ 2147483646 h 67"/>
              <a:gd name="T66" fmla="*/ 2147483646 w 57"/>
              <a:gd name="T67" fmla="*/ 2147483646 h 67"/>
              <a:gd name="T68" fmla="*/ 2147483646 w 57"/>
              <a:gd name="T69" fmla="*/ 2147483646 h 67"/>
              <a:gd name="T70" fmla="*/ 2147483646 w 57"/>
              <a:gd name="T71" fmla="*/ 2147483646 h 67"/>
              <a:gd name="T72" fmla="*/ 2147483646 w 57"/>
              <a:gd name="T73" fmla="*/ 2147483646 h 6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7" h="67">
                <a:moveTo>
                  <a:pt x="52" y="38"/>
                </a:moveTo>
                <a:cubicBezTo>
                  <a:pt x="51" y="41"/>
                  <a:pt x="49" y="42"/>
                  <a:pt x="47" y="44"/>
                </a:cubicBezTo>
                <a:cubicBezTo>
                  <a:pt x="39" y="47"/>
                  <a:pt x="30" y="48"/>
                  <a:pt x="22" y="47"/>
                </a:cubicBezTo>
                <a:cubicBezTo>
                  <a:pt x="17" y="47"/>
                  <a:pt x="11" y="45"/>
                  <a:pt x="6" y="42"/>
                </a:cubicBezTo>
                <a:cubicBezTo>
                  <a:pt x="4" y="40"/>
                  <a:pt x="4" y="37"/>
                  <a:pt x="4" y="35"/>
                </a:cubicBezTo>
                <a:cubicBezTo>
                  <a:pt x="2" y="26"/>
                  <a:pt x="1" y="18"/>
                  <a:pt x="0" y="10"/>
                </a:cubicBezTo>
                <a:cubicBezTo>
                  <a:pt x="0" y="6"/>
                  <a:pt x="4" y="5"/>
                  <a:pt x="7" y="4"/>
                </a:cubicBezTo>
                <a:cubicBezTo>
                  <a:pt x="11" y="2"/>
                  <a:pt x="16" y="1"/>
                  <a:pt x="20" y="1"/>
                </a:cubicBezTo>
                <a:cubicBezTo>
                  <a:pt x="29" y="0"/>
                  <a:pt x="38" y="0"/>
                  <a:pt x="47" y="3"/>
                </a:cubicBezTo>
                <a:cubicBezTo>
                  <a:pt x="50" y="4"/>
                  <a:pt x="54" y="5"/>
                  <a:pt x="56" y="8"/>
                </a:cubicBezTo>
                <a:cubicBezTo>
                  <a:pt x="57" y="9"/>
                  <a:pt x="56" y="11"/>
                  <a:pt x="56" y="12"/>
                </a:cubicBezTo>
                <a:cubicBezTo>
                  <a:pt x="55" y="21"/>
                  <a:pt x="53" y="30"/>
                  <a:pt x="52" y="38"/>
                </a:cubicBezTo>
                <a:close/>
                <a:moveTo>
                  <a:pt x="44" y="62"/>
                </a:moveTo>
                <a:cubicBezTo>
                  <a:pt x="37" y="66"/>
                  <a:pt x="28" y="67"/>
                  <a:pt x="20" y="65"/>
                </a:cubicBezTo>
                <a:cubicBezTo>
                  <a:pt x="16" y="65"/>
                  <a:pt x="11" y="63"/>
                  <a:pt x="9" y="59"/>
                </a:cubicBezTo>
                <a:cubicBezTo>
                  <a:pt x="8" y="55"/>
                  <a:pt x="7" y="51"/>
                  <a:pt x="7" y="48"/>
                </a:cubicBezTo>
                <a:cubicBezTo>
                  <a:pt x="7" y="47"/>
                  <a:pt x="7" y="47"/>
                  <a:pt x="7" y="47"/>
                </a:cubicBezTo>
                <a:cubicBezTo>
                  <a:pt x="8" y="47"/>
                  <a:pt x="8" y="47"/>
                  <a:pt x="8" y="47"/>
                </a:cubicBezTo>
                <a:cubicBezTo>
                  <a:pt x="20" y="54"/>
                  <a:pt x="36" y="54"/>
                  <a:pt x="48" y="47"/>
                </a:cubicBezTo>
                <a:cubicBezTo>
                  <a:pt x="50" y="47"/>
                  <a:pt x="49" y="49"/>
                  <a:pt x="49" y="51"/>
                </a:cubicBezTo>
                <a:cubicBezTo>
                  <a:pt x="48" y="55"/>
                  <a:pt x="48" y="60"/>
                  <a:pt x="44" y="62"/>
                </a:cubicBezTo>
                <a:close/>
                <a:moveTo>
                  <a:pt x="39" y="6"/>
                </a:moveTo>
                <a:cubicBezTo>
                  <a:pt x="32" y="5"/>
                  <a:pt x="24" y="5"/>
                  <a:pt x="16" y="6"/>
                </a:cubicBezTo>
                <a:cubicBezTo>
                  <a:pt x="14" y="7"/>
                  <a:pt x="11" y="7"/>
                  <a:pt x="10" y="9"/>
                </a:cubicBezTo>
                <a:cubicBezTo>
                  <a:pt x="12" y="12"/>
                  <a:pt x="16" y="12"/>
                  <a:pt x="19" y="12"/>
                </a:cubicBezTo>
                <a:cubicBezTo>
                  <a:pt x="25" y="13"/>
                  <a:pt x="31" y="13"/>
                  <a:pt x="37" y="12"/>
                </a:cubicBezTo>
                <a:cubicBezTo>
                  <a:pt x="40" y="12"/>
                  <a:pt x="44" y="12"/>
                  <a:pt x="47" y="9"/>
                </a:cubicBezTo>
                <a:cubicBezTo>
                  <a:pt x="45" y="7"/>
                  <a:pt x="42" y="6"/>
                  <a:pt x="39" y="6"/>
                </a:cubicBezTo>
                <a:close/>
                <a:moveTo>
                  <a:pt x="24" y="24"/>
                </a:moveTo>
                <a:cubicBezTo>
                  <a:pt x="21" y="25"/>
                  <a:pt x="19" y="29"/>
                  <a:pt x="19" y="33"/>
                </a:cubicBezTo>
                <a:cubicBezTo>
                  <a:pt x="19" y="38"/>
                  <a:pt x="24" y="42"/>
                  <a:pt x="29" y="41"/>
                </a:cubicBezTo>
                <a:cubicBezTo>
                  <a:pt x="34" y="41"/>
                  <a:pt x="38" y="36"/>
                  <a:pt x="37" y="31"/>
                </a:cubicBezTo>
                <a:cubicBezTo>
                  <a:pt x="36" y="25"/>
                  <a:pt x="30" y="21"/>
                  <a:pt x="24" y="24"/>
                </a:cubicBezTo>
                <a:close/>
                <a:moveTo>
                  <a:pt x="26" y="36"/>
                </a:moveTo>
                <a:cubicBezTo>
                  <a:pt x="23" y="35"/>
                  <a:pt x="23" y="30"/>
                  <a:pt x="26" y="28"/>
                </a:cubicBezTo>
                <a:cubicBezTo>
                  <a:pt x="29" y="27"/>
                  <a:pt x="32" y="29"/>
                  <a:pt x="32" y="32"/>
                </a:cubicBezTo>
                <a:cubicBezTo>
                  <a:pt x="33" y="35"/>
                  <a:pt x="29" y="38"/>
                  <a:pt x="26" y="36"/>
                </a:cubicBezTo>
                <a:close/>
              </a:path>
            </a:pathLst>
          </a:custGeom>
          <a:gradFill flip="none" rotWithShape="1">
            <a:gsLst>
              <a:gs pos="0">
                <a:srgbClr val="F25245"/>
              </a:gs>
              <a:gs pos="100000">
                <a:srgbClr val="273445"/>
              </a:gs>
            </a:gsLst>
            <a:lin ang="2700000" scaled="1"/>
            <a:tileRect/>
          </a:gradFill>
          <a:ln>
            <a:noFill/>
          </a:ln>
        </p:spPr>
        <p:txBody>
          <a:bodyPr/>
          <a:lstStyle/>
          <a:p>
            <a:endParaRPr lang="en-US"/>
          </a:p>
        </p:txBody>
      </p:sp>
      <p:sp>
        <p:nvSpPr>
          <p:cNvPr id="2" name="TextBox 1">
            <a:extLst>
              <a:ext uri="{FF2B5EF4-FFF2-40B4-BE49-F238E27FC236}">
                <a16:creationId xmlns:a16="http://schemas.microsoft.com/office/drawing/2014/main" id="{CC6E4460-F7A4-661D-5E92-DA79B916D9B9}"/>
              </a:ext>
            </a:extLst>
          </p:cNvPr>
          <p:cNvSpPr txBox="1"/>
          <p:nvPr/>
        </p:nvSpPr>
        <p:spPr>
          <a:xfrm>
            <a:off x="4738116" y="144064"/>
            <a:ext cx="3611880" cy="461665"/>
          </a:xfrm>
          <a:prstGeom prst="rect">
            <a:avLst/>
          </a:prstGeom>
          <a:solidFill>
            <a:srgbClr val="1893AD"/>
          </a:solidFill>
        </p:spPr>
        <p:txBody>
          <a:bodyPr wrap="square" rtlCol="0">
            <a:spAutoFit/>
          </a:bodyPr>
          <a:lstStyle/>
          <a:p>
            <a:r>
              <a:rPr lang="en-US" sz="2400" b="1" dirty="0">
                <a:solidFill>
                  <a:schemeClr val="bg1"/>
                </a:solidFill>
              </a:rPr>
              <a:t>Key Achievements (</a:t>
            </a:r>
            <a:r>
              <a:rPr lang="en-US" sz="2400" b="1" dirty="0" err="1">
                <a:solidFill>
                  <a:schemeClr val="bg1"/>
                </a:solidFill>
              </a:rPr>
              <a:t>Contd</a:t>
            </a:r>
            <a:r>
              <a:rPr lang="en-US" sz="2400" b="1" dirty="0">
                <a:solidFill>
                  <a:schemeClr val="bg1"/>
                </a:solidFill>
              </a:rPr>
              <a:t>)</a:t>
            </a:r>
          </a:p>
        </p:txBody>
      </p:sp>
      <p:graphicFrame>
        <p:nvGraphicFramePr>
          <p:cNvPr id="14" name="Content Placeholder 7">
            <a:extLst>
              <a:ext uri="{FF2B5EF4-FFF2-40B4-BE49-F238E27FC236}">
                <a16:creationId xmlns:a16="http://schemas.microsoft.com/office/drawing/2014/main" id="{29D60AC7-010A-DF90-9809-886CB3F98C75}"/>
              </a:ext>
            </a:extLst>
          </p:cNvPr>
          <p:cNvGraphicFramePr/>
          <p:nvPr>
            <p:extLst>
              <p:ext uri="{D42A27DB-BD31-4B8C-83A1-F6EECF244321}">
                <p14:modId xmlns:p14="http://schemas.microsoft.com/office/powerpoint/2010/main" val="3962551999"/>
              </p:ext>
            </p:extLst>
          </p:nvPr>
        </p:nvGraphicFramePr>
        <p:xfrm>
          <a:off x="3379522" y="742879"/>
          <a:ext cx="8375744" cy="5636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2784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CEB8B0-6562-4EB9-8C6E-6DBB6FE5E5F1}"/>
              </a:ext>
            </a:extLst>
          </p:cNvPr>
          <p:cNvSpPr/>
          <p:nvPr/>
        </p:nvSpPr>
        <p:spPr>
          <a:xfrm>
            <a:off x="673765" y="273570"/>
            <a:ext cx="10835948" cy="601673"/>
          </a:xfrm>
          <a:prstGeom prst="rect">
            <a:avLst/>
          </a:prstGeom>
          <a:solidFill>
            <a:srgbClr val="0066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8">
            <a:extLst>
              <a:ext uri="{FF2B5EF4-FFF2-40B4-BE49-F238E27FC236}">
                <a16:creationId xmlns:a16="http://schemas.microsoft.com/office/drawing/2014/main" id="{D6463A63-7C82-42C5-917E-94A34C452B30}"/>
              </a:ext>
            </a:extLst>
          </p:cNvPr>
          <p:cNvSpPr txBox="1">
            <a:spLocks/>
          </p:cNvSpPr>
          <p:nvPr/>
        </p:nvSpPr>
        <p:spPr>
          <a:xfrm>
            <a:off x="1858292" y="158236"/>
            <a:ext cx="7419753" cy="721729"/>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rPr>
              <a:t>Community &amp; Personal Integration</a:t>
            </a:r>
          </a:p>
        </p:txBody>
      </p:sp>
      <p:sp>
        <p:nvSpPr>
          <p:cNvPr id="45" name="Rectangle 44">
            <a:extLst>
              <a:ext uri="{FF2B5EF4-FFF2-40B4-BE49-F238E27FC236}">
                <a16:creationId xmlns:a16="http://schemas.microsoft.com/office/drawing/2014/main" id="{97D93C0C-C4A3-4C46-8013-A2B72ABD2EF3}"/>
              </a:ext>
            </a:extLst>
          </p:cNvPr>
          <p:cNvSpPr/>
          <p:nvPr/>
        </p:nvSpPr>
        <p:spPr>
          <a:xfrm>
            <a:off x="673765" y="3344006"/>
            <a:ext cx="3092109" cy="506292"/>
          </a:xfrm>
          <a:prstGeom prst="rect">
            <a:avLst/>
          </a:prstGeom>
        </p:spPr>
        <p:txBody>
          <a:bodyPr wrap="square">
            <a:spAutoFit/>
          </a:bodyPr>
          <a:lstStyle/>
          <a:p>
            <a:pPr>
              <a:lnSpc>
                <a:spcPct val="150000"/>
              </a:lnSpc>
              <a:defRPr sz="2000"/>
            </a:pPr>
            <a:r>
              <a:rPr lang="en-US" b="1" dirty="0">
                <a:ln>
                  <a:solidFill>
                    <a:schemeClr val="bg1"/>
                  </a:solidFill>
                </a:ln>
                <a:solidFill>
                  <a:schemeClr val="bg1"/>
                </a:solidFill>
                <a:latin typeface="Aptos"/>
              </a:rPr>
              <a:t>Community Engagement</a:t>
            </a:r>
          </a:p>
        </p:txBody>
      </p:sp>
      <p:sp>
        <p:nvSpPr>
          <p:cNvPr id="7" name="Rectangle 6">
            <a:extLst>
              <a:ext uri="{FF2B5EF4-FFF2-40B4-BE49-F238E27FC236}">
                <a16:creationId xmlns:a16="http://schemas.microsoft.com/office/drawing/2014/main" id="{E5A1CD87-3FCE-4359-B7F2-235FBE7FF2E5}"/>
              </a:ext>
            </a:extLst>
          </p:cNvPr>
          <p:cNvSpPr/>
          <p:nvPr/>
        </p:nvSpPr>
        <p:spPr>
          <a:xfrm>
            <a:off x="741268" y="757117"/>
            <a:ext cx="1917676" cy="506292"/>
          </a:xfrm>
          <a:prstGeom prst="rect">
            <a:avLst/>
          </a:prstGeom>
        </p:spPr>
        <p:txBody>
          <a:bodyPr wrap="square">
            <a:spAutoFit/>
          </a:bodyPr>
          <a:lstStyle/>
          <a:p>
            <a:pPr>
              <a:lnSpc>
                <a:spcPct val="150000"/>
              </a:lnSpc>
              <a:defRPr sz="2000"/>
            </a:pPr>
            <a:r>
              <a:rPr lang="en-US" sz="2000" b="1" dirty="0">
                <a:ln>
                  <a:solidFill>
                    <a:schemeClr val="bg1"/>
                  </a:solidFill>
                </a:ln>
                <a:solidFill>
                  <a:schemeClr val="bg1"/>
                </a:solidFill>
                <a:latin typeface="Aptos"/>
              </a:rPr>
              <a:t>Life in Uganda</a:t>
            </a:r>
          </a:p>
        </p:txBody>
      </p:sp>
      <p:sp>
        <p:nvSpPr>
          <p:cNvPr id="11" name="Content Placeholder 2">
            <a:extLst>
              <a:ext uri="{FF2B5EF4-FFF2-40B4-BE49-F238E27FC236}">
                <a16:creationId xmlns:a16="http://schemas.microsoft.com/office/drawing/2014/main" id="{E5F2A2DF-0BE6-4C13-9BE1-5620EB4BC9A5}"/>
              </a:ext>
            </a:extLst>
          </p:cNvPr>
          <p:cNvSpPr txBox="1">
            <a:spLocks/>
          </p:cNvSpPr>
          <p:nvPr/>
        </p:nvSpPr>
        <p:spPr>
          <a:xfrm>
            <a:off x="7114234" y="3640751"/>
            <a:ext cx="1460262" cy="512116"/>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50000"/>
              </a:lnSpc>
              <a:buNone/>
              <a:defRPr sz="2000"/>
            </a:pPr>
            <a:r>
              <a:rPr lang="en-US" sz="2400" b="1" dirty="0">
                <a:ln>
                  <a:solidFill>
                    <a:schemeClr val="bg1"/>
                  </a:solidFill>
                </a:ln>
                <a:solidFill>
                  <a:schemeClr val="bg1"/>
                </a:solidFill>
                <a:latin typeface="Aptos"/>
              </a:rPr>
              <a:t>Impact</a:t>
            </a:r>
          </a:p>
        </p:txBody>
      </p:sp>
      <p:sp>
        <p:nvSpPr>
          <p:cNvPr id="13" name="Rectangle 12">
            <a:extLst>
              <a:ext uri="{FF2B5EF4-FFF2-40B4-BE49-F238E27FC236}">
                <a16:creationId xmlns:a16="http://schemas.microsoft.com/office/drawing/2014/main" id="{998EC2DB-D5DA-400D-AD3F-AD716528CFC2}"/>
              </a:ext>
            </a:extLst>
          </p:cNvPr>
          <p:cNvSpPr/>
          <p:nvPr/>
        </p:nvSpPr>
        <p:spPr>
          <a:xfrm>
            <a:off x="6873390" y="963523"/>
            <a:ext cx="1917670" cy="506292"/>
          </a:xfrm>
          <a:prstGeom prst="rect">
            <a:avLst/>
          </a:prstGeom>
        </p:spPr>
        <p:txBody>
          <a:bodyPr wrap="square">
            <a:spAutoFit/>
          </a:bodyPr>
          <a:lstStyle/>
          <a:p>
            <a:pPr>
              <a:lnSpc>
                <a:spcPct val="150000"/>
              </a:lnSpc>
              <a:defRPr sz="2000"/>
            </a:pPr>
            <a:r>
              <a:rPr lang="en-US" b="1" dirty="0">
                <a:ln>
                  <a:solidFill>
                    <a:schemeClr val="bg1"/>
                  </a:solidFill>
                </a:ln>
                <a:solidFill>
                  <a:schemeClr val="bg1"/>
                </a:solidFill>
                <a:latin typeface="Aptos"/>
              </a:rPr>
              <a:t>Church &amp; Faith</a:t>
            </a:r>
          </a:p>
        </p:txBody>
      </p:sp>
      <p:graphicFrame>
        <p:nvGraphicFramePr>
          <p:cNvPr id="3" name="Diagram 2">
            <a:extLst>
              <a:ext uri="{FF2B5EF4-FFF2-40B4-BE49-F238E27FC236}">
                <a16:creationId xmlns:a16="http://schemas.microsoft.com/office/drawing/2014/main" id="{EE31A568-1707-3C2F-7B1B-94A39516CAB7}"/>
              </a:ext>
            </a:extLst>
          </p:cNvPr>
          <p:cNvGraphicFramePr/>
          <p:nvPr>
            <p:extLst>
              <p:ext uri="{D42A27DB-BD31-4B8C-83A1-F6EECF244321}">
                <p14:modId xmlns:p14="http://schemas.microsoft.com/office/powerpoint/2010/main" val="3893793203"/>
              </p:ext>
            </p:extLst>
          </p:nvPr>
        </p:nvGraphicFramePr>
        <p:xfrm>
          <a:off x="473898" y="972516"/>
          <a:ext cx="1104433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2770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8EC959C-E3A1-4925-AFF4-412D12864C4A}"/>
              </a:ext>
            </a:extLst>
          </p:cNvPr>
          <p:cNvGrpSpPr/>
          <p:nvPr/>
        </p:nvGrpSpPr>
        <p:grpSpPr>
          <a:xfrm>
            <a:off x="-74807" y="-8709"/>
            <a:ext cx="12280980" cy="6915609"/>
            <a:chOff x="-93566" y="-71259"/>
            <a:chExt cx="12199199" cy="6915609"/>
          </a:xfrm>
        </p:grpSpPr>
        <p:sp>
          <p:nvSpPr>
            <p:cNvPr id="3" name="Rectangle 2"/>
            <p:cNvSpPr/>
            <p:nvPr/>
          </p:nvSpPr>
          <p:spPr>
            <a:xfrm>
              <a:off x="-93566" y="-71259"/>
              <a:ext cx="12189490" cy="58641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a:extLst>
                <a:ext uri="{FF2B5EF4-FFF2-40B4-BE49-F238E27FC236}">
                  <a16:creationId xmlns:a16="http://schemas.microsoft.com/office/drawing/2014/main" id="{01BF9D8F-E473-411B-863F-BEE8E5B23CB9}"/>
                </a:ext>
              </a:extLst>
            </p:cNvPr>
            <p:cNvSpPr/>
            <p:nvPr/>
          </p:nvSpPr>
          <p:spPr>
            <a:xfrm>
              <a:off x="630883" y="5259462"/>
              <a:ext cx="11474750" cy="154350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Freeform: Shape 7">
              <a:extLst>
                <a:ext uri="{FF2B5EF4-FFF2-40B4-BE49-F238E27FC236}">
                  <a16:creationId xmlns:a16="http://schemas.microsoft.com/office/drawing/2014/main" id="{8DF65EE4-F545-44B3-B93F-A05059A55FC7}"/>
                </a:ext>
              </a:extLst>
            </p:cNvPr>
            <p:cNvSpPr/>
            <p:nvPr/>
          </p:nvSpPr>
          <p:spPr>
            <a:xfrm>
              <a:off x="11966777" y="-8809"/>
              <a:ext cx="136973" cy="6853159"/>
            </a:xfrm>
            <a:custGeom>
              <a:avLst/>
              <a:gdLst>
                <a:gd name="connsiteX0" fmla="*/ 0 w 254031"/>
                <a:gd name="connsiteY0" fmla="*/ 0 h 2301620"/>
                <a:gd name="connsiteX1" fmla="*/ 254032 w 254031"/>
                <a:gd name="connsiteY1" fmla="*/ 0 h 2301620"/>
                <a:gd name="connsiteX2" fmla="*/ 254032 w 254031"/>
                <a:gd name="connsiteY2" fmla="*/ 2301621 h 2301620"/>
                <a:gd name="connsiteX3" fmla="*/ 0 w 254031"/>
                <a:gd name="connsiteY3" fmla="*/ 2301621 h 2301620"/>
              </a:gdLst>
              <a:ahLst/>
              <a:cxnLst>
                <a:cxn ang="0">
                  <a:pos x="connsiteX0" y="connsiteY0"/>
                </a:cxn>
                <a:cxn ang="0">
                  <a:pos x="connsiteX1" y="connsiteY1"/>
                </a:cxn>
                <a:cxn ang="0">
                  <a:pos x="connsiteX2" y="connsiteY2"/>
                </a:cxn>
                <a:cxn ang="0">
                  <a:pos x="connsiteX3" y="connsiteY3"/>
                </a:cxn>
              </a:cxnLst>
              <a:rect l="l" t="t" r="r" b="b"/>
              <a:pathLst>
                <a:path w="254031" h="2301620">
                  <a:moveTo>
                    <a:pt x="0" y="0"/>
                  </a:moveTo>
                  <a:lnTo>
                    <a:pt x="254032" y="0"/>
                  </a:lnTo>
                  <a:lnTo>
                    <a:pt x="254032" y="2301621"/>
                  </a:lnTo>
                  <a:lnTo>
                    <a:pt x="0" y="2301621"/>
                  </a:lnTo>
                  <a:close/>
                </a:path>
              </a:pathLst>
            </a:custGeom>
            <a:solidFill>
              <a:srgbClr val="00663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Half Frame 4">
            <a:extLst>
              <a:ext uri="{FF2B5EF4-FFF2-40B4-BE49-F238E27FC236}">
                <a16:creationId xmlns:a16="http://schemas.microsoft.com/office/drawing/2014/main" id="{A6E33055-6804-47CD-AF70-0004899258DD}"/>
              </a:ext>
            </a:extLst>
          </p:cNvPr>
          <p:cNvSpPr/>
          <p:nvPr/>
        </p:nvSpPr>
        <p:spPr>
          <a:xfrm rot="16200000">
            <a:off x="2697893" y="-2423067"/>
            <a:ext cx="6530009" cy="12095923"/>
          </a:xfrm>
          <a:custGeom>
            <a:avLst/>
            <a:gdLst>
              <a:gd name="connsiteX0" fmla="*/ 0 w 6530009"/>
              <a:gd name="connsiteY0" fmla="*/ 0 h 3245477"/>
              <a:gd name="connsiteX1" fmla="*/ 6530009 w 6530009"/>
              <a:gd name="connsiteY1" fmla="*/ 0 h 3245477"/>
              <a:gd name="connsiteX2" fmla="*/ 4353361 w 6530009"/>
              <a:gd name="connsiteY2" fmla="*/ 1081815 h 3245477"/>
              <a:gd name="connsiteX3" fmla="*/ 1081815 w 6530009"/>
              <a:gd name="connsiteY3" fmla="*/ 1081815 h 3245477"/>
              <a:gd name="connsiteX4" fmla="*/ 1081815 w 6530009"/>
              <a:gd name="connsiteY4" fmla="*/ 2707805 h 3245477"/>
              <a:gd name="connsiteX5" fmla="*/ 0 w 6530009"/>
              <a:gd name="connsiteY5" fmla="*/ 3245477 h 3245477"/>
              <a:gd name="connsiteX6" fmla="*/ 0 w 6530009"/>
              <a:gd name="connsiteY6" fmla="*/ 0 h 3245477"/>
              <a:gd name="connsiteX0" fmla="*/ 0 w 6530009"/>
              <a:gd name="connsiteY0" fmla="*/ 0 h 3245477"/>
              <a:gd name="connsiteX1" fmla="*/ 6530009 w 6530009"/>
              <a:gd name="connsiteY1" fmla="*/ 0 h 3245477"/>
              <a:gd name="connsiteX2" fmla="*/ 5976099 w 6530009"/>
              <a:gd name="connsiteY2" fmla="*/ 862875 h 3245477"/>
              <a:gd name="connsiteX3" fmla="*/ 1081815 w 6530009"/>
              <a:gd name="connsiteY3" fmla="*/ 1081815 h 3245477"/>
              <a:gd name="connsiteX4" fmla="*/ 1081815 w 6530009"/>
              <a:gd name="connsiteY4" fmla="*/ 2707805 h 3245477"/>
              <a:gd name="connsiteX5" fmla="*/ 0 w 6530009"/>
              <a:gd name="connsiteY5" fmla="*/ 3245477 h 3245477"/>
              <a:gd name="connsiteX6" fmla="*/ 0 w 6530009"/>
              <a:gd name="connsiteY6" fmla="*/ 0 h 3245477"/>
              <a:gd name="connsiteX0" fmla="*/ 0 w 6530009"/>
              <a:gd name="connsiteY0" fmla="*/ 0 h 3245477"/>
              <a:gd name="connsiteX1" fmla="*/ 6530009 w 6530009"/>
              <a:gd name="connsiteY1" fmla="*/ 0 h 3245477"/>
              <a:gd name="connsiteX2" fmla="*/ 5976099 w 6530009"/>
              <a:gd name="connsiteY2" fmla="*/ 862875 h 3245477"/>
              <a:gd name="connsiteX3" fmla="*/ 798480 w 6530009"/>
              <a:gd name="connsiteY3" fmla="*/ 811359 h 3245477"/>
              <a:gd name="connsiteX4" fmla="*/ 1081815 w 6530009"/>
              <a:gd name="connsiteY4" fmla="*/ 2707805 h 3245477"/>
              <a:gd name="connsiteX5" fmla="*/ 0 w 6530009"/>
              <a:gd name="connsiteY5" fmla="*/ 3245477 h 3245477"/>
              <a:gd name="connsiteX6" fmla="*/ 0 w 6530009"/>
              <a:gd name="connsiteY6" fmla="*/ 0 h 3245477"/>
              <a:gd name="connsiteX0" fmla="*/ 0 w 6530009"/>
              <a:gd name="connsiteY0" fmla="*/ 0 h 12212413"/>
              <a:gd name="connsiteX1" fmla="*/ 6530009 w 6530009"/>
              <a:gd name="connsiteY1" fmla="*/ 0 h 12212413"/>
              <a:gd name="connsiteX2" fmla="*/ 5976099 w 6530009"/>
              <a:gd name="connsiteY2" fmla="*/ 862875 h 12212413"/>
              <a:gd name="connsiteX3" fmla="*/ 798480 w 6530009"/>
              <a:gd name="connsiteY3" fmla="*/ 811359 h 12212413"/>
              <a:gd name="connsiteX4" fmla="*/ 25747 w 6530009"/>
              <a:gd name="connsiteY4" fmla="*/ 12212413 h 12212413"/>
              <a:gd name="connsiteX5" fmla="*/ 0 w 6530009"/>
              <a:gd name="connsiteY5" fmla="*/ 3245477 h 12212413"/>
              <a:gd name="connsiteX6" fmla="*/ 0 w 6530009"/>
              <a:gd name="connsiteY6" fmla="*/ 0 h 12212413"/>
              <a:gd name="connsiteX0" fmla="*/ 0 w 6530009"/>
              <a:gd name="connsiteY0" fmla="*/ 0 h 12212413"/>
              <a:gd name="connsiteX1" fmla="*/ 6530009 w 6530009"/>
              <a:gd name="connsiteY1" fmla="*/ 0 h 12212413"/>
              <a:gd name="connsiteX2" fmla="*/ 6491254 w 6530009"/>
              <a:gd name="connsiteY2" fmla="*/ 849997 h 12212413"/>
              <a:gd name="connsiteX3" fmla="*/ 798480 w 6530009"/>
              <a:gd name="connsiteY3" fmla="*/ 811359 h 12212413"/>
              <a:gd name="connsiteX4" fmla="*/ 25747 w 6530009"/>
              <a:gd name="connsiteY4" fmla="*/ 12212413 h 12212413"/>
              <a:gd name="connsiteX5" fmla="*/ 0 w 6530009"/>
              <a:gd name="connsiteY5" fmla="*/ 3245477 h 12212413"/>
              <a:gd name="connsiteX6" fmla="*/ 0 w 6530009"/>
              <a:gd name="connsiteY6" fmla="*/ 0 h 122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30009" h="12212413">
                <a:moveTo>
                  <a:pt x="0" y="0"/>
                </a:moveTo>
                <a:lnTo>
                  <a:pt x="6530009" y="0"/>
                </a:lnTo>
                <a:lnTo>
                  <a:pt x="6491254" y="849997"/>
                </a:lnTo>
                <a:lnTo>
                  <a:pt x="798480" y="811359"/>
                </a:lnTo>
                <a:lnTo>
                  <a:pt x="25747" y="12212413"/>
                </a:lnTo>
                <a:cubicBezTo>
                  <a:pt x="17165" y="9223434"/>
                  <a:pt x="8582" y="6234456"/>
                  <a:pt x="0" y="3245477"/>
                </a:cubicBezTo>
                <a:lnTo>
                  <a:pt x="0" y="0"/>
                </a:lnTo>
                <a:close/>
              </a:path>
            </a:pathLst>
          </a:custGeom>
          <a:solidFill>
            <a:srgbClr val="006633"/>
          </a:solid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p:cNvSpPr txBox="1"/>
          <p:nvPr/>
        </p:nvSpPr>
        <p:spPr>
          <a:xfrm>
            <a:off x="2066256" y="-60974"/>
            <a:ext cx="8928534" cy="707886"/>
          </a:xfrm>
          <a:prstGeom prst="rect">
            <a:avLst/>
          </a:prstGeom>
          <a:noFill/>
        </p:spPr>
        <p:txBody>
          <a:bodyPr wrap="none">
            <a:spAutoFit/>
          </a:bodyPr>
          <a:lstStyle/>
          <a:p>
            <a:pPr>
              <a:defRPr sz="2800" b="1">
                <a:solidFill>
                  <a:srgbClr val="FFFFFF"/>
                </a:solidFill>
              </a:defRPr>
            </a:pPr>
            <a:r>
              <a:rPr sz="4000" dirty="0">
                <a:latin typeface="Arial Black" panose="020B0A04020102020204" pitchFamily="34" charset="0"/>
              </a:rPr>
              <a:t>Field Experience</a:t>
            </a:r>
            <a:r>
              <a:rPr lang="en-US" sz="4000" dirty="0">
                <a:latin typeface="Arial Black" panose="020B0A04020102020204" pitchFamily="34" charset="0"/>
              </a:rPr>
              <a:t> (Professional)</a:t>
            </a:r>
            <a:endParaRPr sz="4000" dirty="0">
              <a:latin typeface="Arial Black" panose="020B0A04020102020204" pitchFamily="34" charset="0"/>
            </a:endParaRPr>
          </a:p>
        </p:txBody>
      </p:sp>
      <p:sp>
        <p:nvSpPr>
          <p:cNvPr id="35" name="TextBox 34">
            <a:extLst>
              <a:ext uri="{FF2B5EF4-FFF2-40B4-BE49-F238E27FC236}">
                <a16:creationId xmlns:a16="http://schemas.microsoft.com/office/drawing/2014/main" id="{606AFD35-B696-47D0-9244-863BCDCD11CC}"/>
              </a:ext>
            </a:extLst>
          </p:cNvPr>
          <p:cNvSpPr txBox="1"/>
          <p:nvPr/>
        </p:nvSpPr>
        <p:spPr>
          <a:xfrm>
            <a:off x="9957932" y="1969281"/>
            <a:ext cx="1960367" cy="1077218"/>
          </a:xfrm>
          <a:prstGeom prst="rect">
            <a:avLst/>
          </a:prstGeom>
          <a:noFill/>
        </p:spPr>
        <p:txBody>
          <a:bodyPr wrap="square">
            <a:spAutoFit/>
          </a:bodyPr>
          <a:lstStyle/>
          <a:p>
            <a:pPr>
              <a:defRPr sz="2800" b="1">
                <a:solidFill>
                  <a:srgbClr val="FFFFFF"/>
                </a:solidFill>
              </a:defRPr>
            </a:pPr>
            <a:r>
              <a:rPr lang="en-US" sz="3200" dirty="0" err="1">
                <a:solidFill>
                  <a:srgbClr val="008080"/>
                </a:solidFill>
                <a:latin typeface="Arial Black" panose="020B0A04020102020204" pitchFamily="34" charset="0"/>
              </a:rPr>
              <a:t>Imvepi</a:t>
            </a:r>
            <a:endParaRPr lang="en-US" sz="3200" dirty="0">
              <a:solidFill>
                <a:srgbClr val="008080"/>
              </a:solidFill>
              <a:latin typeface="Arial Black" panose="020B0A04020102020204" pitchFamily="34" charset="0"/>
            </a:endParaRPr>
          </a:p>
          <a:p>
            <a:pPr>
              <a:defRPr sz="2800" b="1">
                <a:solidFill>
                  <a:srgbClr val="FFFFFF"/>
                </a:solidFill>
              </a:defRPr>
            </a:pPr>
            <a:r>
              <a:rPr lang="en-US" sz="3200" dirty="0" err="1">
                <a:solidFill>
                  <a:srgbClr val="008080"/>
                </a:solidFill>
                <a:latin typeface="Arial Black" panose="020B0A04020102020204" pitchFamily="34" charset="0"/>
              </a:rPr>
              <a:t>Bidibidi</a:t>
            </a:r>
            <a:endParaRPr sz="3200" dirty="0">
              <a:solidFill>
                <a:srgbClr val="008080"/>
              </a:solidFill>
              <a:latin typeface="Arial Black" panose="020B0A04020102020204" pitchFamily="34" charset="0"/>
            </a:endParaRPr>
          </a:p>
        </p:txBody>
      </p:sp>
      <p:pic>
        <p:nvPicPr>
          <p:cNvPr id="36" name="Picture 35">
            <a:extLst>
              <a:ext uri="{FF2B5EF4-FFF2-40B4-BE49-F238E27FC236}">
                <a16:creationId xmlns:a16="http://schemas.microsoft.com/office/drawing/2014/main" id="{83D50174-0FC8-40DC-A6A7-FE56E2F73360}"/>
              </a:ext>
            </a:extLst>
          </p:cNvPr>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0440333" y="1077096"/>
            <a:ext cx="560999" cy="707886"/>
          </a:xfrm>
          <a:prstGeom prst="rect">
            <a:avLst/>
          </a:prstGeom>
        </p:spPr>
      </p:pic>
      <p:graphicFrame>
        <p:nvGraphicFramePr>
          <p:cNvPr id="2" name="Diagram 1">
            <a:extLst>
              <a:ext uri="{FF2B5EF4-FFF2-40B4-BE49-F238E27FC236}">
                <a16:creationId xmlns:a16="http://schemas.microsoft.com/office/drawing/2014/main" id="{C342750F-9D8B-38BB-48AA-EF8B703875BA}"/>
              </a:ext>
            </a:extLst>
          </p:cNvPr>
          <p:cNvGraphicFramePr/>
          <p:nvPr>
            <p:extLst>
              <p:ext uri="{D42A27DB-BD31-4B8C-83A1-F6EECF244321}">
                <p14:modId xmlns:p14="http://schemas.microsoft.com/office/powerpoint/2010/main" val="2681971686"/>
              </p:ext>
            </p:extLst>
          </p:nvPr>
        </p:nvGraphicFramePr>
        <p:xfrm>
          <a:off x="1253884" y="77098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325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3000"/>
                                        <p:tgtEl>
                                          <p:spTgt spid="35"/>
                                        </p:tgtEl>
                                      </p:cBhvr>
                                    </p:animEffect>
                                    <p:anim calcmode="lin" valueType="num">
                                      <p:cBhvr>
                                        <p:cTn id="8" dur="3000" fill="hold"/>
                                        <p:tgtEl>
                                          <p:spTgt spid="35"/>
                                        </p:tgtEl>
                                        <p:attrNameLst>
                                          <p:attrName>ppt_x</p:attrName>
                                        </p:attrNameLst>
                                      </p:cBhvr>
                                      <p:tavLst>
                                        <p:tav tm="0">
                                          <p:val>
                                            <p:strVal val="#ppt_x"/>
                                          </p:val>
                                        </p:tav>
                                        <p:tav tm="100000">
                                          <p:val>
                                            <p:strVal val="#ppt_x"/>
                                          </p:val>
                                        </p:tav>
                                      </p:tavLst>
                                    </p:anim>
                                    <p:anim calcmode="lin" valueType="num">
                                      <p:cBhvr>
                                        <p:cTn id="9" dur="3000" fill="hold"/>
                                        <p:tgtEl>
                                          <p:spTgt spid="35"/>
                                        </p:tgtEl>
                                        <p:attrNameLst>
                                          <p:attrName>ppt_y</p:attrName>
                                        </p:attrNameLst>
                                      </p:cBhvr>
                                      <p:tavLst>
                                        <p:tav tm="0">
                                          <p:val>
                                            <p:strVal val="#ppt_y+.1"/>
                                          </p:val>
                                        </p:tav>
                                        <p:tav tm="100000">
                                          <p:val>
                                            <p:strVal val="#ppt_y"/>
                                          </p:val>
                                        </p:tav>
                                      </p:tavLst>
                                    </p:anim>
                                  </p:childTnLst>
                                </p:cTn>
                              </p:par>
                            </p:childTnLst>
                          </p:cTn>
                        </p:par>
                        <p:par>
                          <p:cTn id="10" fill="hold">
                            <p:stCondLst>
                              <p:cond delay="6250"/>
                            </p:stCondLst>
                            <p:childTnLst>
                              <p:par>
                                <p:cTn id="11" presetID="6" presetClass="entr" presetSubtype="16" fill="hold" nodeType="afterEffect">
                                  <p:stCondLst>
                                    <p:cond delay="1000"/>
                                  </p:stCondLst>
                                  <p:childTnLst>
                                    <p:set>
                                      <p:cBhvr>
                                        <p:cTn id="12" dur="1" fill="hold">
                                          <p:stCondLst>
                                            <p:cond delay="0"/>
                                          </p:stCondLst>
                                        </p:cTn>
                                        <p:tgtEl>
                                          <p:spTgt spid="36"/>
                                        </p:tgtEl>
                                        <p:attrNameLst>
                                          <p:attrName>style.visibility</p:attrName>
                                        </p:attrNameLst>
                                      </p:cBhvr>
                                      <p:to>
                                        <p:strVal val="visible"/>
                                      </p:to>
                                    </p:set>
                                    <p:animEffect transition="in" filter="circle(in)">
                                      <p:cBhvr>
                                        <p:cTn id="13"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E1732-B980-FCA7-D493-6855E7BB8470}"/>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D6B5EC2A-5709-4D10-9C5D-FA53FE3D281E}"/>
              </a:ext>
            </a:extLst>
          </p:cNvPr>
          <p:cNvGrpSpPr/>
          <p:nvPr/>
        </p:nvGrpSpPr>
        <p:grpSpPr>
          <a:xfrm>
            <a:off x="-74807" y="-8709"/>
            <a:ext cx="12280980" cy="6915609"/>
            <a:chOff x="-93566" y="-71259"/>
            <a:chExt cx="12199199" cy="6915609"/>
          </a:xfrm>
        </p:grpSpPr>
        <p:sp>
          <p:nvSpPr>
            <p:cNvPr id="3" name="Rectangle 2">
              <a:extLst>
                <a:ext uri="{FF2B5EF4-FFF2-40B4-BE49-F238E27FC236}">
                  <a16:creationId xmlns:a16="http://schemas.microsoft.com/office/drawing/2014/main" id="{3E2A3875-94E8-02B4-D8B2-4E213998982F}"/>
                </a:ext>
              </a:extLst>
            </p:cNvPr>
            <p:cNvSpPr/>
            <p:nvPr/>
          </p:nvSpPr>
          <p:spPr>
            <a:xfrm>
              <a:off x="-93566" y="-71259"/>
              <a:ext cx="12189490" cy="58641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a:extLst>
                <a:ext uri="{FF2B5EF4-FFF2-40B4-BE49-F238E27FC236}">
                  <a16:creationId xmlns:a16="http://schemas.microsoft.com/office/drawing/2014/main" id="{D34A4FDC-A308-E057-58B1-2AC8702F36B3}"/>
                </a:ext>
              </a:extLst>
            </p:cNvPr>
            <p:cNvSpPr/>
            <p:nvPr/>
          </p:nvSpPr>
          <p:spPr>
            <a:xfrm>
              <a:off x="630883" y="5259462"/>
              <a:ext cx="11474750" cy="154350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Freeform: Shape 7">
              <a:extLst>
                <a:ext uri="{FF2B5EF4-FFF2-40B4-BE49-F238E27FC236}">
                  <a16:creationId xmlns:a16="http://schemas.microsoft.com/office/drawing/2014/main" id="{C951D532-6498-5471-577B-0FBE84155181}"/>
                </a:ext>
              </a:extLst>
            </p:cNvPr>
            <p:cNvSpPr/>
            <p:nvPr/>
          </p:nvSpPr>
          <p:spPr>
            <a:xfrm>
              <a:off x="11966777" y="-8809"/>
              <a:ext cx="136973" cy="6853159"/>
            </a:xfrm>
            <a:custGeom>
              <a:avLst/>
              <a:gdLst>
                <a:gd name="connsiteX0" fmla="*/ 0 w 254031"/>
                <a:gd name="connsiteY0" fmla="*/ 0 h 2301620"/>
                <a:gd name="connsiteX1" fmla="*/ 254032 w 254031"/>
                <a:gd name="connsiteY1" fmla="*/ 0 h 2301620"/>
                <a:gd name="connsiteX2" fmla="*/ 254032 w 254031"/>
                <a:gd name="connsiteY2" fmla="*/ 2301621 h 2301620"/>
                <a:gd name="connsiteX3" fmla="*/ 0 w 254031"/>
                <a:gd name="connsiteY3" fmla="*/ 2301621 h 2301620"/>
              </a:gdLst>
              <a:ahLst/>
              <a:cxnLst>
                <a:cxn ang="0">
                  <a:pos x="connsiteX0" y="connsiteY0"/>
                </a:cxn>
                <a:cxn ang="0">
                  <a:pos x="connsiteX1" y="connsiteY1"/>
                </a:cxn>
                <a:cxn ang="0">
                  <a:pos x="connsiteX2" y="connsiteY2"/>
                </a:cxn>
                <a:cxn ang="0">
                  <a:pos x="connsiteX3" y="connsiteY3"/>
                </a:cxn>
              </a:cxnLst>
              <a:rect l="l" t="t" r="r" b="b"/>
              <a:pathLst>
                <a:path w="254031" h="2301620">
                  <a:moveTo>
                    <a:pt x="0" y="0"/>
                  </a:moveTo>
                  <a:lnTo>
                    <a:pt x="254032" y="0"/>
                  </a:lnTo>
                  <a:lnTo>
                    <a:pt x="254032" y="2301621"/>
                  </a:lnTo>
                  <a:lnTo>
                    <a:pt x="0" y="2301621"/>
                  </a:lnTo>
                  <a:close/>
                </a:path>
              </a:pathLst>
            </a:custGeom>
            <a:solidFill>
              <a:srgbClr val="00663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Half Frame 4">
            <a:extLst>
              <a:ext uri="{FF2B5EF4-FFF2-40B4-BE49-F238E27FC236}">
                <a16:creationId xmlns:a16="http://schemas.microsoft.com/office/drawing/2014/main" id="{1A7EEB24-C55A-0A30-54D2-F69085DFD5AB}"/>
              </a:ext>
            </a:extLst>
          </p:cNvPr>
          <p:cNvSpPr/>
          <p:nvPr/>
        </p:nvSpPr>
        <p:spPr>
          <a:xfrm rot="16200000">
            <a:off x="2697893" y="-2423067"/>
            <a:ext cx="6530009" cy="12095923"/>
          </a:xfrm>
          <a:custGeom>
            <a:avLst/>
            <a:gdLst>
              <a:gd name="connsiteX0" fmla="*/ 0 w 6530009"/>
              <a:gd name="connsiteY0" fmla="*/ 0 h 3245477"/>
              <a:gd name="connsiteX1" fmla="*/ 6530009 w 6530009"/>
              <a:gd name="connsiteY1" fmla="*/ 0 h 3245477"/>
              <a:gd name="connsiteX2" fmla="*/ 4353361 w 6530009"/>
              <a:gd name="connsiteY2" fmla="*/ 1081815 h 3245477"/>
              <a:gd name="connsiteX3" fmla="*/ 1081815 w 6530009"/>
              <a:gd name="connsiteY3" fmla="*/ 1081815 h 3245477"/>
              <a:gd name="connsiteX4" fmla="*/ 1081815 w 6530009"/>
              <a:gd name="connsiteY4" fmla="*/ 2707805 h 3245477"/>
              <a:gd name="connsiteX5" fmla="*/ 0 w 6530009"/>
              <a:gd name="connsiteY5" fmla="*/ 3245477 h 3245477"/>
              <a:gd name="connsiteX6" fmla="*/ 0 w 6530009"/>
              <a:gd name="connsiteY6" fmla="*/ 0 h 3245477"/>
              <a:gd name="connsiteX0" fmla="*/ 0 w 6530009"/>
              <a:gd name="connsiteY0" fmla="*/ 0 h 3245477"/>
              <a:gd name="connsiteX1" fmla="*/ 6530009 w 6530009"/>
              <a:gd name="connsiteY1" fmla="*/ 0 h 3245477"/>
              <a:gd name="connsiteX2" fmla="*/ 5976099 w 6530009"/>
              <a:gd name="connsiteY2" fmla="*/ 862875 h 3245477"/>
              <a:gd name="connsiteX3" fmla="*/ 1081815 w 6530009"/>
              <a:gd name="connsiteY3" fmla="*/ 1081815 h 3245477"/>
              <a:gd name="connsiteX4" fmla="*/ 1081815 w 6530009"/>
              <a:gd name="connsiteY4" fmla="*/ 2707805 h 3245477"/>
              <a:gd name="connsiteX5" fmla="*/ 0 w 6530009"/>
              <a:gd name="connsiteY5" fmla="*/ 3245477 h 3245477"/>
              <a:gd name="connsiteX6" fmla="*/ 0 w 6530009"/>
              <a:gd name="connsiteY6" fmla="*/ 0 h 3245477"/>
              <a:gd name="connsiteX0" fmla="*/ 0 w 6530009"/>
              <a:gd name="connsiteY0" fmla="*/ 0 h 3245477"/>
              <a:gd name="connsiteX1" fmla="*/ 6530009 w 6530009"/>
              <a:gd name="connsiteY1" fmla="*/ 0 h 3245477"/>
              <a:gd name="connsiteX2" fmla="*/ 5976099 w 6530009"/>
              <a:gd name="connsiteY2" fmla="*/ 862875 h 3245477"/>
              <a:gd name="connsiteX3" fmla="*/ 798480 w 6530009"/>
              <a:gd name="connsiteY3" fmla="*/ 811359 h 3245477"/>
              <a:gd name="connsiteX4" fmla="*/ 1081815 w 6530009"/>
              <a:gd name="connsiteY4" fmla="*/ 2707805 h 3245477"/>
              <a:gd name="connsiteX5" fmla="*/ 0 w 6530009"/>
              <a:gd name="connsiteY5" fmla="*/ 3245477 h 3245477"/>
              <a:gd name="connsiteX6" fmla="*/ 0 w 6530009"/>
              <a:gd name="connsiteY6" fmla="*/ 0 h 3245477"/>
              <a:gd name="connsiteX0" fmla="*/ 0 w 6530009"/>
              <a:gd name="connsiteY0" fmla="*/ 0 h 12212413"/>
              <a:gd name="connsiteX1" fmla="*/ 6530009 w 6530009"/>
              <a:gd name="connsiteY1" fmla="*/ 0 h 12212413"/>
              <a:gd name="connsiteX2" fmla="*/ 5976099 w 6530009"/>
              <a:gd name="connsiteY2" fmla="*/ 862875 h 12212413"/>
              <a:gd name="connsiteX3" fmla="*/ 798480 w 6530009"/>
              <a:gd name="connsiteY3" fmla="*/ 811359 h 12212413"/>
              <a:gd name="connsiteX4" fmla="*/ 25747 w 6530009"/>
              <a:gd name="connsiteY4" fmla="*/ 12212413 h 12212413"/>
              <a:gd name="connsiteX5" fmla="*/ 0 w 6530009"/>
              <a:gd name="connsiteY5" fmla="*/ 3245477 h 12212413"/>
              <a:gd name="connsiteX6" fmla="*/ 0 w 6530009"/>
              <a:gd name="connsiteY6" fmla="*/ 0 h 12212413"/>
              <a:gd name="connsiteX0" fmla="*/ 0 w 6530009"/>
              <a:gd name="connsiteY0" fmla="*/ 0 h 12212413"/>
              <a:gd name="connsiteX1" fmla="*/ 6530009 w 6530009"/>
              <a:gd name="connsiteY1" fmla="*/ 0 h 12212413"/>
              <a:gd name="connsiteX2" fmla="*/ 6491254 w 6530009"/>
              <a:gd name="connsiteY2" fmla="*/ 849997 h 12212413"/>
              <a:gd name="connsiteX3" fmla="*/ 798480 w 6530009"/>
              <a:gd name="connsiteY3" fmla="*/ 811359 h 12212413"/>
              <a:gd name="connsiteX4" fmla="*/ 25747 w 6530009"/>
              <a:gd name="connsiteY4" fmla="*/ 12212413 h 12212413"/>
              <a:gd name="connsiteX5" fmla="*/ 0 w 6530009"/>
              <a:gd name="connsiteY5" fmla="*/ 3245477 h 12212413"/>
              <a:gd name="connsiteX6" fmla="*/ 0 w 6530009"/>
              <a:gd name="connsiteY6" fmla="*/ 0 h 122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30009" h="12212413">
                <a:moveTo>
                  <a:pt x="0" y="0"/>
                </a:moveTo>
                <a:lnTo>
                  <a:pt x="6530009" y="0"/>
                </a:lnTo>
                <a:lnTo>
                  <a:pt x="6491254" y="849997"/>
                </a:lnTo>
                <a:lnTo>
                  <a:pt x="798480" y="811359"/>
                </a:lnTo>
                <a:lnTo>
                  <a:pt x="25747" y="12212413"/>
                </a:lnTo>
                <a:cubicBezTo>
                  <a:pt x="17165" y="9223434"/>
                  <a:pt x="8582" y="6234456"/>
                  <a:pt x="0" y="3245477"/>
                </a:cubicBezTo>
                <a:lnTo>
                  <a:pt x="0" y="0"/>
                </a:lnTo>
                <a:close/>
              </a:path>
            </a:pathLst>
          </a:custGeom>
          <a:solidFill>
            <a:srgbClr val="006633"/>
          </a:solid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622EA1C0-7086-8065-1071-90CC2700623A}"/>
              </a:ext>
            </a:extLst>
          </p:cNvPr>
          <p:cNvSpPr txBox="1"/>
          <p:nvPr/>
        </p:nvSpPr>
        <p:spPr>
          <a:xfrm>
            <a:off x="2066256" y="-60974"/>
            <a:ext cx="8928534" cy="707886"/>
          </a:xfrm>
          <a:prstGeom prst="rect">
            <a:avLst/>
          </a:prstGeom>
          <a:noFill/>
        </p:spPr>
        <p:txBody>
          <a:bodyPr wrap="none">
            <a:spAutoFit/>
          </a:bodyPr>
          <a:lstStyle/>
          <a:p>
            <a:pPr>
              <a:defRPr sz="2800" b="1">
                <a:solidFill>
                  <a:srgbClr val="FFFFFF"/>
                </a:solidFill>
              </a:defRPr>
            </a:pPr>
            <a:r>
              <a:rPr sz="4000" dirty="0">
                <a:latin typeface="Arial Black" panose="020B0A04020102020204" pitchFamily="34" charset="0"/>
              </a:rPr>
              <a:t>Field Experience</a:t>
            </a:r>
            <a:r>
              <a:rPr lang="en-US" sz="4000" dirty="0">
                <a:latin typeface="Arial Black" panose="020B0A04020102020204" pitchFamily="34" charset="0"/>
              </a:rPr>
              <a:t> (Professional)</a:t>
            </a:r>
            <a:endParaRPr sz="4000" dirty="0">
              <a:latin typeface="Arial Black" panose="020B0A04020102020204" pitchFamily="34" charset="0"/>
            </a:endParaRPr>
          </a:p>
        </p:txBody>
      </p:sp>
      <p:graphicFrame>
        <p:nvGraphicFramePr>
          <p:cNvPr id="2" name="Diagram 1">
            <a:extLst>
              <a:ext uri="{FF2B5EF4-FFF2-40B4-BE49-F238E27FC236}">
                <a16:creationId xmlns:a16="http://schemas.microsoft.com/office/drawing/2014/main" id="{033D9D06-13D4-606E-933C-F79C28A5F215}"/>
              </a:ext>
            </a:extLst>
          </p:cNvPr>
          <p:cNvGraphicFramePr/>
          <p:nvPr>
            <p:extLst>
              <p:ext uri="{D42A27DB-BD31-4B8C-83A1-F6EECF244321}">
                <p14:modId xmlns:p14="http://schemas.microsoft.com/office/powerpoint/2010/main" val="2291783222"/>
              </p:ext>
            </p:extLst>
          </p:nvPr>
        </p:nvGraphicFramePr>
        <p:xfrm>
          <a:off x="825062" y="770985"/>
          <a:ext cx="10712440" cy="55932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2362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485B976C-17EF-415B-B03C-BAF9443B9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8" name="Rectangle 47">
            <a:extLst>
              <a:ext uri="{FF2B5EF4-FFF2-40B4-BE49-F238E27FC236}">
                <a16:creationId xmlns:a16="http://schemas.microsoft.com/office/drawing/2014/main" id="{A6861194-3560-4ECB-8B3F-D2BA28A0D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9FE9B6E2-78D5-BE5C-C112-4FCDC4FF7AED}"/>
              </a:ext>
            </a:extLst>
          </p:cNvPr>
          <p:cNvPicPr>
            <a:picLocks noChangeAspect="1"/>
          </p:cNvPicPr>
          <p:nvPr/>
        </p:nvPicPr>
        <p:blipFill>
          <a:blip r:embed="rId3">
            <a:alphaModFix amt="45000"/>
          </a:blip>
          <a:srcRect l="17020" r="51271"/>
          <a:stretch>
            <a:fillRect/>
          </a:stretch>
        </p:blipFill>
        <p:spPr>
          <a:xfrm rot="5400000">
            <a:off x="1326941" y="-1326929"/>
            <a:ext cx="3429000" cy="6082859"/>
          </a:xfrm>
          <a:prstGeom prst="rect">
            <a:avLst/>
          </a:prstGeom>
        </p:spPr>
      </p:pic>
      <p:pic>
        <p:nvPicPr>
          <p:cNvPr id="41" name="Picture 40">
            <a:extLst>
              <a:ext uri="{FF2B5EF4-FFF2-40B4-BE49-F238E27FC236}">
                <a16:creationId xmlns:a16="http://schemas.microsoft.com/office/drawing/2014/main" id="{AAA682F0-B524-D514-DBF6-ECF5AC47A6F2}"/>
              </a:ext>
            </a:extLst>
          </p:cNvPr>
          <p:cNvPicPr>
            <a:picLocks noChangeAspect="1"/>
          </p:cNvPicPr>
          <p:nvPr/>
        </p:nvPicPr>
        <p:blipFill>
          <a:blip r:embed="rId4">
            <a:alphaModFix amt="45000"/>
            <a:extLst>
              <a:ext uri="{28A0092B-C50C-407E-A947-70E740481C1C}">
                <a14:useLocalDpi xmlns:a14="http://schemas.microsoft.com/office/drawing/2010/main" val="0"/>
              </a:ext>
            </a:extLst>
          </a:blip>
          <a:srcRect t="20337" r="1" b="4825"/>
          <a:stretch>
            <a:fillRect/>
          </a:stretch>
        </p:blipFill>
        <p:spPr>
          <a:xfrm>
            <a:off x="6082871" y="10"/>
            <a:ext cx="6109129" cy="3428990"/>
          </a:xfrm>
          <a:prstGeom prst="rect">
            <a:avLst/>
          </a:prstGeom>
        </p:spPr>
      </p:pic>
      <p:pic>
        <p:nvPicPr>
          <p:cNvPr id="42" name="Picture 41">
            <a:extLst>
              <a:ext uri="{FF2B5EF4-FFF2-40B4-BE49-F238E27FC236}">
                <a16:creationId xmlns:a16="http://schemas.microsoft.com/office/drawing/2014/main" id="{68F79D26-EFBE-D675-08EB-51891D6F4918}"/>
              </a:ext>
            </a:extLst>
          </p:cNvPr>
          <p:cNvPicPr>
            <a:picLocks noChangeAspect="1"/>
          </p:cNvPicPr>
          <p:nvPr/>
        </p:nvPicPr>
        <p:blipFill>
          <a:blip r:embed="rId5">
            <a:alphaModFix amt="45000"/>
            <a:extLst>
              <a:ext uri="{28A0092B-C50C-407E-A947-70E740481C1C}">
                <a14:useLocalDpi xmlns:a14="http://schemas.microsoft.com/office/drawing/2010/main" val="0"/>
              </a:ext>
            </a:extLst>
          </a:blip>
          <a:srcRect t="34591" r="1" b="23313"/>
          <a:stretch>
            <a:fillRect/>
          </a:stretch>
        </p:blipFill>
        <p:spPr>
          <a:xfrm>
            <a:off x="-1" y="3429001"/>
            <a:ext cx="6109129" cy="3429000"/>
          </a:xfrm>
          <a:prstGeom prst="rect">
            <a:avLst/>
          </a:prstGeom>
        </p:spPr>
      </p:pic>
      <p:pic>
        <p:nvPicPr>
          <p:cNvPr id="44" name="Picture 43">
            <a:extLst>
              <a:ext uri="{FF2B5EF4-FFF2-40B4-BE49-F238E27FC236}">
                <a16:creationId xmlns:a16="http://schemas.microsoft.com/office/drawing/2014/main" id="{1E65815C-EBE1-AA6C-BEBE-EC2F51DE5FC5}"/>
              </a:ext>
            </a:extLst>
          </p:cNvPr>
          <p:cNvPicPr>
            <a:picLocks noChangeAspect="1"/>
          </p:cNvPicPr>
          <p:nvPr/>
        </p:nvPicPr>
        <p:blipFill>
          <a:blip r:embed="rId6">
            <a:alphaModFix amt="45000"/>
          </a:blip>
          <a:srcRect l="23550" t="-670" r="22455" b="672"/>
          <a:stretch>
            <a:fillRect/>
          </a:stretch>
        </p:blipFill>
        <p:spPr>
          <a:xfrm rot="16200000">
            <a:off x="7426832" y="2111297"/>
            <a:ext cx="3429001" cy="6064408"/>
          </a:xfrm>
          <a:prstGeom prst="rect">
            <a:avLst/>
          </a:prstGeom>
        </p:spPr>
      </p:pic>
      <p:sp>
        <p:nvSpPr>
          <p:cNvPr id="2" name="TextBox 1">
            <a:extLst>
              <a:ext uri="{FF2B5EF4-FFF2-40B4-BE49-F238E27FC236}">
                <a16:creationId xmlns:a16="http://schemas.microsoft.com/office/drawing/2014/main" id="{DA16934C-7301-8981-3313-2AA99FA4F500}"/>
              </a:ext>
            </a:extLst>
          </p:cNvPr>
          <p:cNvSpPr txBox="1"/>
          <p:nvPr/>
        </p:nvSpPr>
        <p:spPr>
          <a:xfrm>
            <a:off x="603504" y="770467"/>
            <a:ext cx="10782300" cy="3352800"/>
          </a:xfrm>
          <a:prstGeom prst="rect">
            <a:avLst/>
          </a:prstGeom>
        </p:spPr>
        <p:txBody>
          <a:bodyPr vert="horz" lIns="91440" tIns="45720" rIns="91440" bIns="45720" rtlCol="0" anchor="b">
            <a:normAutofit/>
          </a:bodyPr>
          <a:lstStyle/>
          <a:p>
            <a:pPr defTabSz="914400">
              <a:lnSpc>
                <a:spcPct val="80000"/>
              </a:lnSpc>
              <a:spcBef>
                <a:spcPct val="0"/>
              </a:spcBef>
              <a:spcAft>
                <a:spcPts val="600"/>
              </a:spcAft>
            </a:pPr>
            <a:r>
              <a:rPr lang="en-US" sz="8800" b="1" spc="-120" dirty="0">
                <a:latin typeface="+mj-lt"/>
                <a:ea typeface="+mj-ea"/>
                <a:cs typeface="+mj-cs"/>
              </a:rPr>
              <a:t>Social and Personal Experience </a:t>
            </a:r>
          </a:p>
        </p:txBody>
      </p:sp>
    </p:spTree>
    <p:extLst>
      <p:ext uri="{BB962C8B-B14F-4D97-AF65-F5344CB8AC3E}">
        <p14:creationId xmlns:p14="http://schemas.microsoft.com/office/powerpoint/2010/main" val="278847572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F53F888-F770-7CF9-E54F-F068974C423A}"/>
              </a:ext>
            </a:extLst>
          </p:cNvPr>
          <p:cNvSpPr txBox="1">
            <a:spLocks/>
          </p:cNvSpPr>
          <p:nvPr/>
        </p:nvSpPr>
        <p:spPr>
          <a:xfrm>
            <a:off x="657224" y="4772508"/>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pPr>
              <a:spcAft>
                <a:spcPts val="600"/>
              </a:spcAft>
            </a:pPr>
            <a:r>
              <a:rPr lang="en-US" b="1">
                <a:solidFill>
                  <a:srgbClr val="FFFFFF"/>
                </a:solidFill>
              </a:rPr>
              <a:t>Culture shock</a:t>
            </a:r>
          </a:p>
        </p:txBody>
      </p:sp>
      <p:graphicFrame>
        <p:nvGraphicFramePr>
          <p:cNvPr id="8" name="Diagram 7">
            <a:extLst>
              <a:ext uri="{FF2B5EF4-FFF2-40B4-BE49-F238E27FC236}">
                <a16:creationId xmlns:a16="http://schemas.microsoft.com/office/drawing/2014/main" id="{6DACA668-F413-D069-24DF-AE80C2A14D9C}"/>
              </a:ext>
            </a:extLst>
          </p:cNvPr>
          <p:cNvGraphicFramePr/>
          <p:nvPr>
            <p:extLst>
              <p:ext uri="{D42A27DB-BD31-4B8C-83A1-F6EECF244321}">
                <p14:modId xmlns:p14="http://schemas.microsoft.com/office/powerpoint/2010/main" val="2012582253"/>
              </p:ext>
            </p:extLst>
          </p:nvPr>
        </p:nvGraphicFramePr>
        <p:xfrm>
          <a:off x="676275" y="643468"/>
          <a:ext cx="10872258" cy="3501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6383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Rounded Corners 45">
            <a:extLst>
              <a:ext uri="{FF2B5EF4-FFF2-40B4-BE49-F238E27FC236}">
                <a16:creationId xmlns:a16="http://schemas.microsoft.com/office/drawing/2014/main" id="{4A9BB798-4CED-44E1-B15A-C8325C688FCD}"/>
              </a:ext>
            </a:extLst>
          </p:cNvPr>
          <p:cNvSpPr/>
          <p:nvPr/>
        </p:nvSpPr>
        <p:spPr>
          <a:xfrm>
            <a:off x="7190968" y="2675239"/>
            <a:ext cx="3755940" cy="8309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72FDFBE2-2789-471F-B6CE-CE176ADE6B93}"/>
              </a:ext>
            </a:extLst>
          </p:cNvPr>
          <p:cNvSpPr/>
          <p:nvPr/>
        </p:nvSpPr>
        <p:spPr>
          <a:xfrm>
            <a:off x="7211304" y="4399462"/>
            <a:ext cx="3755940" cy="8309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923B791A-6D91-4C1A-A6E3-88B1828C32FA}"/>
              </a:ext>
            </a:extLst>
          </p:cNvPr>
          <p:cNvSpPr/>
          <p:nvPr/>
        </p:nvSpPr>
        <p:spPr>
          <a:xfrm>
            <a:off x="926433" y="4229433"/>
            <a:ext cx="5554267" cy="9094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5E0DB02D-21FE-4441-8B30-444E94B24CB7}"/>
              </a:ext>
            </a:extLst>
          </p:cNvPr>
          <p:cNvSpPr/>
          <p:nvPr/>
        </p:nvSpPr>
        <p:spPr>
          <a:xfrm>
            <a:off x="931969" y="2753099"/>
            <a:ext cx="5413963" cy="8309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0" y="0"/>
            <a:ext cx="12192000" cy="9144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91386" y="182880"/>
            <a:ext cx="7093288" cy="707886"/>
          </a:xfrm>
          <a:prstGeom prst="rect">
            <a:avLst/>
          </a:prstGeom>
          <a:noFill/>
        </p:spPr>
        <p:txBody>
          <a:bodyPr wrap="none">
            <a:spAutoFit/>
          </a:bodyPr>
          <a:lstStyle/>
          <a:p>
            <a:pPr>
              <a:defRPr sz="2800" b="1">
                <a:solidFill>
                  <a:srgbClr val="FFFFFF"/>
                </a:solidFill>
              </a:defRPr>
            </a:pPr>
            <a:r>
              <a:rPr sz="4000" dirty="0"/>
              <a:t>Challenges &amp; </a:t>
            </a:r>
            <a:r>
              <a:rPr lang="en-US" sz="4000" dirty="0"/>
              <a:t>Mitigation Strategies</a:t>
            </a:r>
            <a:endParaRPr sz="4000" dirty="0"/>
          </a:p>
        </p:txBody>
      </p:sp>
      <p:grpSp>
        <p:nvGrpSpPr>
          <p:cNvPr id="39" name="Group 38">
            <a:extLst>
              <a:ext uri="{FF2B5EF4-FFF2-40B4-BE49-F238E27FC236}">
                <a16:creationId xmlns:a16="http://schemas.microsoft.com/office/drawing/2014/main" id="{DCAC7694-B298-4777-B6C3-D61835F32B1F}"/>
              </a:ext>
            </a:extLst>
          </p:cNvPr>
          <p:cNvGrpSpPr/>
          <p:nvPr/>
        </p:nvGrpSpPr>
        <p:grpSpPr>
          <a:xfrm>
            <a:off x="517700" y="1950009"/>
            <a:ext cx="10539617" cy="3275509"/>
            <a:chOff x="1316703" y="2795522"/>
            <a:chExt cx="8505237" cy="2531206"/>
          </a:xfrm>
        </p:grpSpPr>
        <p:sp>
          <p:nvSpPr>
            <p:cNvPr id="55" name="TextBox 54">
              <a:extLst>
                <a:ext uri="{FF2B5EF4-FFF2-40B4-BE49-F238E27FC236}">
                  <a16:creationId xmlns:a16="http://schemas.microsoft.com/office/drawing/2014/main" id="{6E2D1E86-AA7C-4776-939E-613FA4096EC1}"/>
                </a:ext>
              </a:extLst>
            </p:cNvPr>
            <p:cNvSpPr txBox="1"/>
            <p:nvPr/>
          </p:nvSpPr>
          <p:spPr>
            <a:xfrm>
              <a:off x="1661404" y="3438913"/>
              <a:ext cx="4368948" cy="642167"/>
            </a:xfrm>
            <a:prstGeom prst="rect">
              <a:avLst/>
            </a:prstGeom>
            <a:noFill/>
          </p:spPr>
          <p:txBody>
            <a:bodyPr wrap="square" rtlCol="0">
              <a:spAutoFit/>
            </a:bodyPr>
            <a:lstStyle/>
            <a:p>
              <a:pPr>
                <a:defRPr sz="2000"/>
              </a:pPr>
              <a:r>
                <a:rPr lang="en-US" sz="2400" b="1" dirty="0"/>
                <a:t>Food adaptation and dietary differences due to new environment</a:t>
              </a:r>
            </a:p>
          </p:txBody>
        </p:sp>
        <p:sp>
          <p:nvSpPr>
            <p:cNvPr id="56" name="TextBox 55">
              <a:extLst>
                <a:ext uri="{FF2B5EF4-FFF2-40B4-BE49-F238E27FC236}">
                  <a16:creationId xmlns:a16="http://schemas.microsoft.com/office/drawing/2014/main" id="{16004926-B0B1-41ED-B972-F32DFF3A476E}"/>
                </a:ext>
              </a:extLst>
            </p:cNvPr>
            <p:cNvSpPr txBox="1"/>
            <p:nvPr/>
          </p:nvSpPr>
          <p:spPr>
            <a:xfrm>
              <a:off x="1654025" y="4553024"/>
              <a:ext cx="4576491" cy="642167"/>
            </a:xfrm>
            <a:prstGeom prst="rect">
              <a:avLst/>
            </a:prstGeom>
            <a:noFill/>
          </p:spPr>
          <p:txBody>
            <a:bodyPr wrap="square" rtlCol="0">
              <a:spAutoFit/>
            </a:bodyPr>
            <a:lstStyle/>
            <a:p>
              <a:pPr algn="ctr"/>
              <a:r>
                <a:rPr lang="en-US" sz="2400" b="1" dirty="0"/>
                <a:t>Challenge in terms of communication due to language barriers especially at workplace </a:t>
              </a:r>
            </a:p>
          </p:txBody>
        </p:sp>
        <p:sp>
          <p:nvSpPr>
            <p:cNvPr id="71" name="TextBox 70">
              <a:extLst>
                <a:ext uri="{FF2B5EF4-FFF2-40B4-BE49-F238E27FC236}">
                  <a16:creationId xmlns:a16="http://schemas.microsoft.com/office/drawing/2014/main" id="{F9EEEA49-DA99-48B3-89B9-44CA0288FD24}"/>
                </a:ext>
              </a:extLst>
            </p:cNvPr>
            <p:cNvSpPr txBox="1"/>
            <p:nvPr/>
          </p:nvSpPr>
          <p:spPr>
            <a:xfrm>
              <a:off x="6423505" y="3383088"/>
              <a:ext cx="3398435" cy="927575"/>
            </a:xfrm>
            <a:prstGeom prst="rect">
              <a:avLst/>
            </a:prstGeom>
            <a:noFill/>
          </p:spPr>
          <p:txBody>
            <a:bodyPr wrap="square" rtlCol="0">
              <a:spAutoFit/>
            </a:bodyPr>
            <a:lstStyle/>
            <a:p>
              <a:pPr algn="ctr">
                <a:defRPr sz="2000"/>
              </a:pPr>
              <a:r>
                <a:rPr lang="en-US" sz="2400" b="1" dirty="0"/>
                <a:t>Gradual adaptation</a:t>
              </a:r>
            </a:p>
            <a:p>
              <a:pPr algn="ctr">
                <a:defRPr sz="2000"/>
              </a:pPr>
              <a:r>
                <a:rPr lang="en-US" sz="2400" b="1" dirty="0"/>
                <a:t>to local meals</a:t>
              </a:r>
            </a:p>
            <a:p>
              <a:pPr algn="ctr">
                <a:defRPr sz="2000"/>
              </a:pPr>
              <a:endParaRPr lang="en-US" sz="2400" b="1" dirty="0"/>
            </a:p>
          </p:txBody>
        </p:sp>
        <p:sp>
          <p:nvSpPr>
            <p:cNvPr id="72" name="TextBox 71">
              <a:extLst>
                <a:ext uri="{FF2B5EF4-FFF2-40B4-BE49-F238E27FC236}">
                  <a16:creationId xmlns:a16="http://schemas.microsoft.com/office/drawing/2014/main" id="{1A6E485F-AB5A-4375-B908-D9F1897B867D}"/>
                </a:ext>
              </a:extLst>
            </p:cNvPr>
            <p:cNvSpPr txBox="1"/>
            <p:nvPr/>
          </p:nvSpPr>
          <p:spPr>
            <a:xfrm>
              <a:off x="6718294" y="4684561"/>
              <a:ext cx="2837976" cy="642167"/>
            </a:xfrm>
            <a:prstGeom prst="rect">
              <a:avLst/>
            </a:prstGeom>
            <a:noFill/>
          </p:spPr>
          <p:txBody>
            <a:bodyPr wrap="square" rtlCol="0">
              <a:spAutoFit/>
            </a:bodyPr>
            <a:lstStyle/>
            <a:p>
              <a:pPr lvl="0" algn="ctr"/>
              <a:r>
                <a:rPr lang="en-US" sz="2400" b="1" dirty="0"/>
                <a:t>Basic learning + team support</a:t>
              </a:r>
            </a:p>
          </p:txBody>
        </p:sp>
        <p:sp>
          <p:nvSpPr>
            <p:cNvPr id="49" name="TextBox 48">
              <a:extLst>
                <a:ext uri="{FF2B5EF4-FFF2-40B4-BE49-F238E27FC236}">
                  <a16:creationId xmlns:a16="http://schemas.microsoft.com/office/drawing/2014/main" id="{05C66F0F-6E8A-4C28-905A-EEF0772E1074}"/>
                </a:ext>
              </a:extLst>
            </p:cNvPr>
            <p:cNvSpPr txBox="1"/>
            <p:nvPr/>
          </p:nvSpPr>
          <p:spPr>
            <a:xfrm>
              <a:off x="1316703" y="2803771"/>
              <a:ext cx="1951824" cy="356760"/>
            </a:xfrm>
            <a:prstGeom prst="rect">
              <a:avLst/>
            </a:prstGeom>
            <a:noFill/>
          </p:spPr>
          <p:txBody>
            <a:bodyPr wrap="square" rtlCol="0">
              <a:spAutoFit/>
            </a:bodyPr>
            <a:lstStyle/>
            <a:p>
              <a:pPr>
                <a:defRPr sz="2000"/>
              </a:pPr>
              <a:r>
                <a:rPr lang="en-US" sz="2400" dirty="0">
                  <a:latin typeface="Arial Black" panose="020B0A04020102020204" pitchFamily="34" charset="0"/>
                </a:rPr>
                <a:t>Challenges</a:t>
              </a:r>
            </a:p>
          </p:txBody>
        </p:sp>
        <p:sp>
          <p:nvSpPr>
            <p:cNvPr id="81" name="TextBox 80">
              <a:extLst>
                <a:ext uri="{FF2B5EF4-FFF2-40B4-BE49-F238E27FC236}">
                  <a16:creationId xmlns:a16="http://schemas.microsoft.com/office/drawing/2014/main" id="{B2C2277D-EA91-4C9B-81BC-8794166421FA}"/>
                </a:ext>
              </a:extLst>
            </p:cNvPr>
            <p:cNvSpPr txBox="1"/>
            <p:nvPr/>
          </p:nvSpPr>
          <p:spPr>
            <a:xfrm>
              <a:off x="6170896" y="2795522"/>
              <a:ext cx="3030959" cy="356760"/>
            </a:xfrm>
            <a:prstGeom prst="rect">
              <a:avLst/>
            </a:prstGeom>
            <a:noFill/>
          </p:spPr>
          <p:txBody>
            <a:bodyPr wrap="square" rtlCol="0">
              <a:spAutoFit/>
            </a:bodyPr>
            <a:lstStyle/>
            <a:p>
              <a:pPr>
                <a:defRPr sz="2000"/>
              </a:pPr>
              <a:r>
                <a:rPr lang="en-US" sz="2400" dirty="0">
                  <a:latin typeface="Arial Black" panose="020B0A04020102020204" pitchFamily="34" charset="0"/>
                </a:rPr>
                <a:t>Mitigation Strategies</a:t>
              </a:r>
            </a:p>
          </p:txBody>
        </p:sp>
      </p:grpSp>
      <p:grpSp>
        <p:nvGrpSpPr>
          <p:cNvPr id="10" name="Group 9">
            <a:extLst>
              <a:ext uri="{FF2B5EF4-FFF2-40B4-BE49-F238E27FC236}">
                <a16:creationId xmlns:a16="http://schemas.microsoft.com/office/drawing/2014/main" id="{3647CB87-DD34-45BE-9601-6FF251DA6D35}"/>
              </a:ext>
            </a:extLst>
          </p:cNvPr>
          <p:cNvGrpSpPr/>
          <p:nvPr/>
        </p:nvGrpSpPr>
        <p:grpSpPr>
          <a:xfrm>
            <a:off x="222286" y="1960150"/>
            <a:ext cx="2714098" cy="2876696"/>
            <a:chOff x="222286" y="1960150"/>
            <a:chExt cx="2714098" cy="2876696"/>
          </a:xfrm>
        </p:grpSpPr>
        <p:sp>
          <p:nvSpPr>
            <p:cNvPr id="47" name="Rectangle: Rounded Corners 46">
              <a:extLst>
                <a:ext uri="{FF2B5EF4-FFF2-40B4-BE49-F238E27FC236}">
                  <a16:creationId xmlns:a16="http://schemas.microsoft.com/office/drawing/2014/main" id="{095F35D7-72CB-4639-AAFB-C5D1194F9CAD}"/>
                </a:ext>
              </a:extLst>
            </p:cNvPr>
            <p:cNvSpPr/>
            <p:nvPr/>
          </p:nvSpPr>
          <p:spPr>
            <a:xfrm>
              <a:off x="222286" y="1960150"/>
              <a:ext cx="2714098"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CB9C1BE3-CAB0-4D1C-9863-D3E20D94B5A7}"/>
                </a:ext>
              </a:extLst>
            </p:cNvPr>
            <p:cNvCxnSpPr>
              <a:cxnSpLocks/>
            </p:cNvCxnSpPr>
            <p:nvPr/>
          </p:nvCxnSpPr>
          <p:spPr>
            <a:xfrm>
              <a:off x="517700" y="2390984"/>
              <a:ext cx="0" cy="2445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F4B0B27-A478-4980-B776-80820D2F6684}"/>
                </a:ext>
              </a:extLst>
            </p:cNvPr>
            <p:cNvCxnSpPr>
              <a:cxnSpLocks/>
            </p:cNvCxnSpPr>
            <p:nvPr/>
          </p:nvCxnSpPr>
          <p:spPr>
            <a:xfrm flipH="1">
              <a:off x="517699" y="4825503"/>
              <a:ext cx="408733" cy="567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2229034C-957C-4027-8632-BA468D512100}"/>
                </a:ext>
              </a:extLst>
            </p:cNvPr>
            <p:cNvCxnSpPr>
              <a:cxnSpLocks/>
            </p:cNvCxnSpPr>
            <p:nvPr/>
          </p:nvCxnSpPr>
          <p:spPr>
            <a:xfrm flipH="1">
              <a:off x="517700" y="3222093"/>
              <a:ext cx="408735"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286AD03F-7AA5-4DF8-8155-C883043CFE58}"/>
              </a:ext>
            </a:extLst>
          </p:cNvPr>
          <p:cNvGrpSpPr/>
          <p:nvPr/>
        </p:nvGrpSpPr>
        <p:grpSpPr>
          <a:xfrm>
            <a:off x="6550590" y="1954478"/>
            <a:ext cx="3669736" cy="2876696"/>
            <a:chOff x="222286" y="1960150"/>
            <a:chExt cx="3669736" cy="2876696"/>
          </a:xfrm>
        </p:grpSpPr>
        <p:sp>
          <p:nvSpPr>
            <p:cNvPr id="77" name="Rectangle: Rounded Corners 76">
              <a:extLst>
                <a:ext uri="{FF2B5EF4-FFF2-40B4-BE49-F238E27FC236}">
                  <a16:creationId xmlns:a16="http://schemas.microsoft.com/office/drawing/2014/main" id="{422C9AB5-B568-43F8-9543-1DEF7D479E6A}"/>
                </a:ext>
              </a:extLst>
            </p:cNvPr>
            <p:cNvSpPr/>
            <p:nvPr/>
          </p:nvSpPr>
          <p:spPr>
            <a:xfrm>
              <a:off x="222286" y="1960150"/>
              <a:ext cx="3669736"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4269FBB3-00BA-4B25-9EF0-C580C0EB1EE2}"/>
                </a:ext>
              </a:extLst>
            </p:cNvPr>
            <p:cNvCxnSpPr>
              <a:cxnSpLocks/>
            </p:cNvCxnSpPr>
            <p:nvPr/>
          </p:nvCxnSpPr>
          <p:spPr>
            <a:xfrm>
              <a:off x="517700" y="2390984"/>
              <a:ext cx="0" cy="2445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6C7B230-2B4B-4E33-A655-43B36FD90F1D}"/>
                </a:ext>
              </a:extLst>
            </p:cNvPr>
            <p:cNvCxnSpPr>
              <a:cxnSpLocks/>
            </p:cNvCxnSpPr>
            <p:nvPr/>
          </p:nvCxnSpPr>
          <p:spPr>
            <a:xfrm flipH="1">
              <a:off x="517699" y="4831175"/>
              <a:ext cx="40873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D767483-1778-4060-8147-DDD743A1E5F1}"/>
                </a:ext>
              </a:extLst>
            </p:cNvPr>
            <p:cNvCxnSpPr>
              <a:cxnSpLocks/>
            </p:cNvCxnSpPr>
            <p:nvPr/>
          </p:nvCxnSpPr>
          <p:spPr>
            <a:xfrm flipH="1">
              <a:off x="517700" y="3136368"/>
              <a:ext cx="408735" cy="0"/>
            </a:xfrm>
            <a:prstGeom prst="line">
              <a:avLst/>
            </a:prstGeom>
            <a:ln w="1905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circle(out)">
                                      <p:cBhvr>
                                        <p:cTn id="7" dur="1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1E03F4A3-4334-4DC4-AFA6-5A274492055C}"/>
              </a:ext>
            </a:extLst>
          </p:cNvPr>
          <p:cNvSpPr/>
          <p:nvPr/>
        </p:nvSpPr>
        <p:spPr>
          <a:xfrm>
            <a:off x="7190968" y="2675239"/>
            <a:ext cx="3755940" cy="8309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30878488-8F74-471C-A432-59C659E87AFA}"/>
              </a:ext>
            </a:extLst>
          </p:cNvPr>
          <p:cNvSpPr/>
          <p:nvPr/>
        </p:nvSpPr>
        <p:spPr>
          <a:xfrm>
            <a:off x="931970" y="2753099"/>
            <a:ext cx="3755940" cy="8309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4">
            <a:extLst>
              <a:ext uri="{FF2B5EF4-FFF2-40B4-BE49-F238E27FC236}">
                <a16:creationId xmlns:a16="http://schemas.microsoft.com/office/drawing/2014/main" id="{B7232DAB-F148-4D95-9511-929C3FF94461}"/>
              </a:ext>
            </a:extLst>
          </p:cNvPr>
          <p:cNvSpPr/>
          <p:nvPr/>
        </p:nvSpPr>
        <p:spPr>
          <a:xfrm>
            <a:off x="7211304" y="4399462"/>
            <a:ext cx="3755940" cy="8309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202B37F2-0626-4E31-A707-9A3015C332E1}"/>
              </a:ext>
            </a:extLst>
          </p:cNvPr>
          <p:cNvSpPr/>
          <p:nvPr/>
        </p:nvSpPr>
        <p:spPr>
          <a:xfrm>
            <a:off x="926434" y="4415676"/>
            <a:ext cx="3755940" cy="8309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0" y="0"/>
            <a:ext cx="12192000" cy="9144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04192" y="150159"/>
            <a:ext cx="8657563" cy="707886"/>
          </a:xfrm>
          <a:prstGeom prst="rect">
            <a:avLst/>
          </a:prstGeom>
          <a:noFill/>
        </p:spPr>
        <p:txBody>
          <a:bodyPr wrap="none">
            <a:spAutoFit/>
          </a:bodyPr>
          <a:lstStyle/>
          <a:p>
            <a:pPr>
              <a:defRPr sz="2800" b="1">
                <a:solidFill>
                  <a:srgbClr val="FFFFFF"/>
                </a:solidFill>
              </a:defRPr>
            </a:pPr>
            <a:r>
              <a:rPr sz="4000" dirty="0"/>
              <a:t>Challenges &amp; </a:t>
            </a:r>
            <a:r>
              <a:rPr lang="en-US" sz="4000" dirty="0"/>
              <a:t>Mitigation Strategies (</a:t>
            </a:r>
            <a:r>
              <a:rPr lang="en-US" sz="4000" dirty="0" err="1"/>
              <a:t>contd</a:t>
            </a:r>
            <a:r>
              <a:rPr lang="en-US" sz="4000" dirty="0"/>
              <a:t>)</a:t>
            </a:r>
            <a:endParaRPr sz="4000" dirty="0"/>
          </a:p>
        </p:txBody>
      </p:sp>
      <p:grpSp>
        <p:nvGrpSpPr>
          <p:cNvPr id="39" name="Group 38">
            <a:extLst>
              <a:ext uri="{FF2B5EF4-FFF2-40B4-BE49-F238E27FC236}">
                <a16:creationId xmlns:a16="http://schemas.microsoft.com/office/drawing/2014/main" id="{DCAC7694-B298-4777-B6C3-D61835F32B1F}"/>
              </a:ext>
            </a:extLst>
          </p:cNvPr>
          <p:cNvGrpSpPr/>
          <p:nvPr/>
        </p:nvGrpSpPr>
        <p:grpSpPr>
          <a:xfrm>
            <a:off x="862419" y="2751959"/>
            <a:ext cx="10255662" cy="2457438"/>
            <a:chOff x="3813986" y="3415256"/>
            <a:chExt cx="5156494" cy="1899033"/>
          </a:xfrm>
        </p:grpSpPr>
        <p:sp>
          <p:nvSpPr>
            <p:cNvPr id="59" name="TextBox 58">
              <a:extLst>
                <a:ext uri="{FF2B5EF4-FFF2-40B4-BE49-F238E27FC236}">
                  <a16:creationId xmlns:a16="http://schemas.microsoft.com/office/drawing/2014/main" id="{08173329-1C7F-4B7A-A5EC-C88D04332F6C}"/>
                </a:ext>
              </a:extLst>
            </p:cNvPr>
            <p:cNvSpPr txBox="1"/>
            <p:nvPr/>
          </p:nvSpPr>
          <p:spPr>
            <a:xfrm>
              <a:off x="3813986" y="3415256"/>
              <a:ext cx="2064696" cy="642169"/>
            </a:xfrm>
            <a:prstGeom prst="rect">
              <a:avLst/>
            </a:prstGeom>
            <a:noFill/>
          </p:spPr>
          <p:txBody>
            <a:bodyPr wrap="square" rtlCol="0">
              <a:spAutoFit/>
            </a:bodyPr>
            <a:lstStyle/>
            <a:p>
              <a:pPr lvl="0"/>
              <a:r>
                <a:rPr lang="en-US" sz="2300" dirty="0">
                  <a:latin typeface="Arial Rounded MT Bold" panose="020F0704030504030204" pitchFamily="34" charset="0"/>
                </a:rPr>
                <a:t>High Expectations of Refugees/Host community</a:t>
              </a:r>
              <a:endParaRPr lang="en-US" sz="2300" dirty="0">
                <a:solidFill>
                  <a:schemeClr val="tx1"/>
                </a:solidFill>
                <a:latin typeface="Arial Rounded MT Bold" panose="020F0704030504030204" pitchFamily="34" charset="0"/>
              </a:endParaRPr>
            </a:p>
          </p:txBody>
        </p:sp>
        <p:sp>
          <p:nvSpPr>
            <p:cNvPr id="73" name="TextBox 72">
              <a:extLst>
                <a:ext uri="{FF2B5EF4-FFF2-40B4-BE49-F238E27FC236}">
                  <a16:creationId xmlns:a16="http://schemas.microsoft.com/office/drawing/2014/main" id="{139D66F2-775F-4133-8AC1-EF31F53E7BBC}"/>
                </a:ext>
              </a:extLst>
            </p:cNvPr>
            <p:cNvSpPr txBox="1"/>
            <p:nvPr/>
          </p:nvSpPr>
          <p:spPr>
            <a:xfrm>
              <a:off x="6995947" y="4672120"/>
              <a:ext cx="1974533" cy="642169"/>
            </a:xfrm>
            <a:prstGeom prst="rect">
              <a:avLst/>
            </a:prstGeom>
            <a:noFill/>
          </p:spPr>
          <p:txBody>
            <a:bodyPr wrap="square" rtlCol="0">
              <a:spAutoFit/>
            </a:bodyPr>
            <a:lstStyle/>
            <a:p>
              <a:pPr algn="ctr">
                <a:defRPr sz="2000"/>
              </a:pPr>
              <a:r>
                <a:rPr lang="en-US" sz="2400" dirty="0">
                  <a:solidFill>
                    <a:sysClr val="windowText" lastClr="000000"/>
                  </a:solidFill>
                  <a:latin typeface="Arial Rounded MT Bold" panose="020F0704030504030204" pitchFamily="34" charset="0"/>
                </a:rPr>
                <a:t>Build strong team Relationship</a:t>
              </a:r>
            </a:p>
          </p:txBody>
        </p:sp>
        <p:sp>
          <p:nvSpPr>
            <p:cNvPr id="74" name="TextBox 73">
              <a:extLst>
                <a:ext uri="{FF2B5EF4-FFF2-40B4-BE49-F238E27FC236}">
                  <a16:creationId xmlns:a16="http://schemas.microsoft.com/office/drawing/2014/main" id="{896C48A5-D420-4ED5-A82B-A014157559DC}"/>
                </a:ext>
              </a:extLst>
            </p:cNvPr>
            <p:cNvSpPr txBox="1"/>
            <p:nvPr/>
          </p:nvSpPr>
          <p:spPr>
            <a:xfrm>
              <a:off x="6979892" y="3469733"/>
              <a:ext cx="1939369" cy="356760"/>
            </a:xfrm>
            <a:prstGeom prst="rect">
              <a:avLst/>
            </a:prstGeom>
            <a:noFill/>
          </p:spPr>
          <p:txBody>
            <a:bodyPr wrap="square" rtlCol="0">
              <a:spAutoFit/>
            </a:bodyPr>
            <a:lstStyle/>
            <a:p>
              <a:pPr algn="ctr">
                <a:defRPr sz="2000"/>
              </a:pPr>
              <a:r>
                <a:rPr lang="en-US" sz="2400" b="1" dirty="0">
                  <a:solidFill>
                    <a:sysClr val="windowText" lastClr="000000"/>
                  </a:solidFill>
                  <a:latin typeface="Arial Rounded MT Bold" panose="020F0704030504030204" pitchFamily="34" charset="0"/>
                </a:rPr>
                <a:t>Level expectations</a:t>
              </a:r>
            </a:p>
          </p:txBody>
        </p:sp>
        <p:sp>
          <p:nvSpPr>
            <p:cNvPr id="58" name="TextBox 57">
              <a:extLst>
                <a:ext uri="{FF2B5EF4-FFF2-40B4-BE49-F238E27FC236}">
                  <a16:creationId xmlns:a16="http://schemas.microsoft.com/office/drawing/2014/main" id="{E3612747-DC3C-43AE-9836-07DF7533254A}"/>
                </a:ext>
              </a:extLst>
            </p:cNvPr>
            <p:cNvSpPr txBox="1"/>
            <p:nvPr/>
          </p:nvSpPr>
          <p:spPr>
            <a:xfrm>
              <a:off x="4187263" y="4836646"/>
              <a:ext cx="1486183" cy="356760"/>
            </a:xfrm>
            <a:prstGeom prst="rect">
              <a:avLst/>
            </a:prstGeom>
            <a:noFill/>
          </p:spPr>
          <p:txBody>
            <a:bodyPr wrap="square" rtlCol="0">
              <a:spAutoFit/>
            </a:bodyPr>
            <a:lstStyle/>
            <a:p>
              <a:pPr lvl="0"/>
              <a:r>
                <a:rPr lang="en-US" sz="2400" dirty="0">
                  <a:latin typeface="Arial Rounded MT Bold" panose="020F0704030504030204" pitchFamily="34" charset="0"/>
                </a:rPr>
                <a:t>Cultural gaps</a:t>
              </a:r>
              <a:endParaRPr lang="en-US" sz="2400" dirty="0">
                <a:solidFill>
                  <a:schemeClr val="tx1"/>
                </a:solidFill>
                <a:latin typeface="Arial Rounded MT Bold" panose="020F0704030504030204" pitchFamily="34" charset="0"/>
              </a:endParaRPr>
            </a:p>
          </p:txBody>
        </p:sp>
      </p:grpSp>
      <p:grpSp>
        <p:nvGrpSpPr>
          <p:cNvPr id="18" name="Group 17">
            <a:extLst>
              <a:ext uri="{FF2B5EF4-FFF2-40B4-BE49-F238E27FC236}">
                <a16:creationId xmlns:a16="http://schemas.microsoft.com/office/drawing/2014/main" id="{53BFAD96-EFF1-444A-ACDE-EA4A2A53E422}"/>
              </a:ext>
            </a:extLst>
          </p:cNvPr>
          <p:cNvGrpSpPr/>
          <p:nvPr/>
        </p:nvGrpSpPr>
        <p:grpSpPr>
          <a:xfrm>
            <a:off x="517700" y="1950007"/>
            <a:ext cx="9771213" cy="472340"/>
            <a:chOff x="1316703" y="2795522"/>
            <a:chExt cx="7885152" cy="365009"/>
          </a:xfrm>
        </p:grpSpPr>
        <p:sp>
          <p:nvSpPr>
            <p:cNvPr id="23" name="TextBox 22">
              <a:extLst>
                <a:ext uri="{FF2B5EF4-FFF2-40B4-BE49-F238E27FC236}">
                  <a16:creationId xmlns:a16="http://schemas.microsoft.com/office/drawing/2014/main" id="{2B759D57-0F82-48D2-99B0-45EB755682E2}"/>
                </a:ext>
              </a:extLst>
            </p:cNvPr>
            <p:cNvSpPr txBox="1"/>
            <p:nvPr/>
          </p:nvSpPr>
          <p:spPr>
            <a:xfrm>
              <a:off x="1316703" y="2803771"/>
              <a:ext cx="1951824" cy="356760"/>
            </a:xfrm>
            <a:prstGeom prst="rect">
              <a:avLst/>
            </a:prstGeom>
            <a:noFill/>
          </p:spPr>
          <p:txBody>
            <a:bodyPr wrap="square" rtlCol="0">
              <a:spAutoFit/>
            </a:bodyPr>
            <a:lstStyle/>
            <a:p>
              <a:pPr>
                <a:defRPr sz="2000"/>
              </a:pPr>
              <a:r>
                <a:rPr lang="en-US" sz="2400" dirty="0">
                  <a:latin typeface="Arial Black" panose="020B0A04020102020204" pitchFamily="34" charset="0"/>
                </a:rPr>
                <a:t>Challenges</a:t>
              </a:r>
            </a:p>
          </p:txBody>
        </p:sp>
        <p:sp>
          <p:nvSpPr>
            <p:cNvPr id="24" name="TextBox 23">
              <a:extLst>
                <a:ext uri="{FF2B5EF4-FFF2-40B4-BE49-F238E27FC236}">
                  <a16:creationId xmlns:a16="http://schemas.microsoft.com/office/drawing/2014/main" id="{D90E46BD-B2CA-42D2-9AA4-377192234144}"/>
                </a:ext>
              </a:extLst>
            </p:cNvPr>
            <p:cNvSpPr txBox="1"/>
            <p:nvPr/>
          </p:nvSpPr>
          <p:spPr>
            <a:xfrm>
              <a:off x="6170896" y="2795522"/>
              <a:ext cx="3030959" cy="356760"/>
            </a:xfrm>
            <a:prstGeom prst="rect">
              <a:avLst/>
            </a:prstGeom>
            <a:noFill/>
          </p:spPr>
          <p:txBody>
            <a:bodyPr wrap="square" rtlCol="0">
              <a:spAutoFit/>
            </a:bodyPr>
            <a:lstStyle/>
            <a:p>
              <a:pPr>
                <a:defRPr sz="2000"/>
              </a:pPr>
              <a:r>
                <a:rPr lang="en-US" sz="2400" dirty="0">
                  <a:latin typeface="Arial Black" panose="020B0A04020102020204" pitchFamily="34" charset="0"/>
                </a:rPr>
                <a:t>Mitigation Strategies</a:t>
              </a:r>
            </a:p>
          </p:txBody>
        </p:sp>
      </p:grpSp>
      <p:grpSp>
        <p:nvGrpSpPr>
          <p:cNvPr id="25" name="Group 24">
            <a:extLst>
              <a:ext uri="{FF2B5EF4-FFF2-40B4-BE49-F238E27FC236}">
                <a16:creationId xmlns:a16="http://schemas.microsoft.com/office/drawing/2014/main" id="{ED809175-6D3D-40DF-B5C5-DED4715F04A4}"/>
              </a:ext>
            </a:extLst>
          </p:cNvPr>
          <p:cNvGrpSpPr/>
          <p:nvPr/>
        </p:nvGrpSpPr>
        <p:grpSpPr>
          <a:xfrm>
            <a:off x="222286" y="1960150"/>
            <a:ext cx="2714098" cy="2876696"/>
            <a:chOff x="222286" y="1960150"/>
            <a:chExt cx="2714098" cy="2876696"/>
          </a:xfrm>
        </p:grpSpPr>
        <p:sp>
          <p:nvSpPr>
            <p:cNvPr id="26" name="Rectangle: Rounded Corners 25">
              <a:extLst>
                <a:ext uri="{FF2B5EF4-FFF2-40B4-BE49-F238E27FC236}">
                  <a16:creationId xmlns:a16="http://schemas.microsoft.com/office/drawing/2014/main" id="{ED45120B-6601-425A-A5A1-53961CF0196B}"/>
                </a:ext>
              </a:extLst>
            </p:cNvPr>
            <p:cNvSpPr/>
            <p:nvPr/>
          </p:nvSpPr>
          <p:spPr>
            <a:xfrm>
              <a:off x="222286" y="1960150"/>
              <a:ext cx="2714098"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EF2AA11F-393C-4C47-8844-6392AE2BBDCE}"/>
                </a:ext>
              </a:extLst>
            </p:cNvPr>
            <p:cNvCxnSpPr>
              <a:cxnSpLocks/>
            </p:cNvCxnSpPr>
            <p:nvPr/>
          </p:nvCxnSpPr>
          <p:spPr>
            <a:xfrm>
              <a:off x="517700" y="2390984"/>
              <a:ext cx="0" cy="2445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0C45BE5-E6B8-48FC-9796-00EBA3B487F9}"/>
                </a:ext>
              </a:extLst>
            </p:cNvPr>
            <p:cNvCxnSpPr>
              <a:cxnSpLocks/>
              <a:stCxn id="16" idx="1"/>
            </p:cNvCxnSpPr>
            <p:nvPr/>
          </p:nvCxnSpPr>
          <p:spPr>
            <a:xfrm flipH="1">
              <a:off x="517699" y="4831175"/>
              <a:ext cx="40873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4F008AA-EC8C-4C0D-8B58-40F0B5E4F95F}"/>
                </a:ext>
              </a:extLst>
            </p:cNvPr>
            <p:cNvCxnSpPr>
              <a:cxnSpLocks/>
            </p:cNvCxnSpPr>
            <p:nvPr/>
          </p:nvCxnSpPr>
          <p:spPr>
            <a:xfrm flipH="1">
              <a:off x="517700" y="3222093"/>
              <a:ext cx="408735"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8A5F4616-22D3-4F19-9AD5-8737C10434EB}"/>
              </a:ext>
            </a:extLst>
          </p:cNvPr>
          <p:cNvGrpSpPr/>
          <p:nvPr/>
        </p:nvGrpSpPr>
        <p:grpSpPr>
          <a:xfrm>
            <a:off x="6550590" y="1954478"/>
            <a:ext cx="3669736" cy="2876696"/>
            <a:chOff x="222286" y="1960150"/>
            <a:chExt cx="3669736" cy="2876696"/>
          </a:xfrm>
        </p:grpSpPr>
        <p:sp>
          <p:nvSpPr>
            <p:cNvPr id="31" name="Rectangle: Rounded Corners 30">
              <a:extLst>
                <a:ext uri="{FF2B5EF4-FFF2-40B4-BE49-F238E27FC236}">
                  <a16:creationId xmlns:a16="http://schemas.microsoft.com/office/drawing/2014/main" id="{3446753B-FE41-4C8B-BAFC-BF67514E515B}"/>
                </a:ext>
              </a:extLst>
            </p:cNvPr>
            <p:cNvSpPr/>
            <p:nvPr/>
          </p:nvSpPr>
          <p:spPr>
            <a:xfrm>
              <a:off x="222286" y="1960150"/>
              <a:ext cx="3669736" cy="43058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76ED285F-34F3-420C-BE6D-01FAE8FDFE40}"/>
                </a:ext>
              </a:extLst>
            </p:cNvPr>
            <p:cNvCxnSpPr>
              <a:cxnSpLocks/>
            </p:cNvCxnSpPr>
            <p:nvPr/>
          </p:nvCxnSpPr>
          <p:spPr>
            <a:xfrm>
              <a:off x="517700" y="2390984"/>
              <a:ext cx="0" cy="2445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0ECC30D-996B-4753-A79A-78F32C7687F8}"/>
                </a:ext>
              </a:extLst>
            </p:cNvPr>
            <p:cNvCxnSpPr>
              <a:cxnSpLocks/>
            </p:cNvCxnSpPr>
            <p:nvPr/>
          </p:nvCxnSpPr>
          <p:spPr>
            <a:xfrm flipH="1">
              <a:off x="517699" y="4831175"/>
              <a:ext cx="40873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506975B-A956-4602-81EA-8D2802C8263B}"/>
                </a:ext>
              </a:extLst>
            </p:cNvPr>
            <p:cNvCxnSpPr>
              <a:cxnSpLocks/>
            </p:cNvCxnSpPr>
            <p:nvPr/>
          </p:nvCxnSpPr>
          <p:spPr>
            <a:xfrm flipH="1">
              <a:off x="517700" y="3136368"/>
              <a:ext cx="408735" cy="0"/>
            </a:xfrm>
            <a:prstGeom prst="line">
              <a:avLst/>
            </a:prstGeom>
            <a:ln w="190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16384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circle(out)">
                                      <p:cBhvr>
                                        <p:cTn id="7" dur="1250"/>
                                        <p:tgtEl>
                                          <p:spTgt spid="39"/>
                                        </p:tgtEl>
                                      </p:cBhvr>
                                    </p:animEffect>
                                  </p:childTnLst>
                                </p:cTn>
                              </p:par>
                            </p:childTnLst>
                          </p:cTn>
                        </p:par>
                        <p:par>
                          <p:cTn id="8" fill="hold">
                            <p:stCondLst>
                              <p:cond delay="1250"/>
                            </p:stCondLst>
                            <p:childTnLst>
                              <p:par>
                                <p:cTn id="9" presetID="6" presetClass="entr" presetSubtype="32"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circle(out)">
                                      <p:cBhvr>
                                        <p:cTn id="11" dur="1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914400"/>
          </a:xfrm>
          <a:prstGeom prst="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Rounded MT Bold" panose="020F0704030504030204" pitchFamily="34" charset="0"/>
            </a:endParaRPr>
          </a:p>
        </p:txBody>
      </p:sp>
      <p:sp>
        <p:nvSpPr>
          <p:cNvPr id="4" name="TextBox 3"/>
          <p:cNvSpPr txBox="1"/>
          <p:nvPr/>
        </p:nvSpPr>
        <p:spPr>
          <a:xfrm>
            <a:off x="1467135" y="204988"/>
            <a:ext cx="8505213" cy="584775"/>
          </a:xfrm>
          <a:prstGeom prst="rect">
            <a:avLst/>
          </a:prstGeom>
          <a:noFill/>
        </p:spPr>
        <p:txBody>
          <a:bodyPr wrap="none">
            <a:spAutoFit/>
          </a:bodyPr>
          <a:lstStyle/>
          <a:p>
            <a:pPr>
              <a:defRPr sz="2800" b="1">
                <a:solidFill>
                  <a:srgbClr val="FFFFFF"/>
                </a:solidFill>
              </a:defRPr>
            </a:pPr>
            <a:r>
              <a:rPr sz="3200" dirty="0">
                <a:latin typeface="Arial Rounded MT Bold" panose="020F0704030504030204" pitchFamily="34" charset="0"/>
              </a:rPr>
              <a:t>Impact &amp; Lessons</a:t>
            </a:r>
            <a:r>
              <a:rPr lang="en-US" sz="3200" dirty="0">
                <a:latin typeface="Arial Rounded MT Bold" panose="020F0704030504030204" pitchFamily="34" charset="0"/>
              </a:rPr>
              <a:t> from the whole Journey</a:t>
            </a:r>
            <a:endParaRPr sz="3200" dirty="0">
              <a:latin typeface="Arial Rounded MT Bold" panose="020F0704030504030204" pitchFamily="34" charset="0"/>
            </a:endParaRPr>
          </a:p>
        </p:txBody>
      </p:sp>
      <p:sp>
        <p:nvSpPr>
          <p:cNvPr id="6" name="Isosceles Triangle 4">
            <a:extLst>
              <a:ext uri="{FF2B5EF4-FFF2-40B4-BE49-F238E27FC236}">
                <a16:creationId xmlns:a16="http://schemas.microsoft.com/office/drawing/2014/main" id="{F2B1E1F8-BE3D-43C5-8B91-1EE4E76C825C}"/>
              </a:ext>
            </a:extLst>
          </p:cNvPr>
          <p:cNvSpPr/>
          <p:nvPr/>
        </p:nvSpPr>
        <p:spPr>
          <a:xfrm rot="7694615">
            <a:off x="11627967" y="6433662"/>
            <a:ext cx="870399" cy="455373"/>
          </a:xfrm>
          <a:custGeom>
            <a:avLst/>
            <a:gdLst>
              <a:gd name="connsiteX0" fmla="*/ 0 w 1262129"/>
              <a:gd name="connsiteY0" fmla="*/ 824247 h 824247"/>
              <a:gd name="connsiteX1" fmla="*/ 631065 w 1262129"/>
              <a:gd name="connsiteY1" fmla="*/ 0 h 824247"/>
              <a:gd name="connsiteX2" fmla="*/ 1262129 w 1262129"/>
              <a:gd name="connsiteY2" fmla="*/ 824247 h 824247"/>
              <a:gd name="connsiteX3" fmla="*/ 0 w 1262129"/>
              <a:gd name="connsiteY3" fmla="*/ 824247 h 824247"/>
              <a:gd name="connsiteX0" fmla="*/ 0 w 1498984"/>
              <a:gd name="connsiteY0" fmla="*/ 704277 h 824247"/>
              <a:gd name="connsiteX1" fmla="*/ 867920 w 1498984"/>
              <a:gd name="connsiteY1" fmla="*/ 0 h 824247"/>
              <a:gd name="connsiteX2" fmla="*/ 1498984 w 1498984"/>
              <a:gd name="connsiteY2" fmla="*/ 824247 h 824247"/>
              <a:gd name="connsiteX3" fmla="*/ 0 w 1498984"/>
              <a:gd name="connsiteY3" fmla="*/ 704277 h 824247"/>
              <a:gd name="connsiteX0" fmla="*/ 0 w 1568610"/>
              <a:gd name="connsiteY0" fmla="*/ 704277 h 866517"/>
              <a:gd name="connsiteX1" fmla="*/ 867920 w 1568610"/>
              <a:gd name="connsiteY1" fmla="*/ 0 h 866517"/>
              <a:gd name="connsiteX2" fmla="*/ 1568610 w 1568610"/>
              <a:gd name="connsiteY2" fmla="*/ 866517 h 866517"/>
              <a:gd name="connsiteX3" fmla="*/ 0 w 1568610"/>
              <a:gd name="connsiteY3" fmla="*/ 704277 h 866517"/>
              <a:gd name="connsiteX0" fmla="*/ 0 w 1604915"/>
              <a:gd name="connsiteY0" fmla="*/ 704277 h 869500"/>
              <a:gd name="connsiteX1" fmla="*/ 867920 w 1604915"/>
              <a:gd name="connsiteY1" fmla="*/ 0 h 869500"/>
              <a:gd name="connsiteX2" fmla="*/ 1604915 w 1604915"/>
              <a:gd name="connsiteY2" fmla="*/ 869500 h 869500"/>
              <a:gd name="connsiteX3" fmla="*/ 0 w 1604915"/>
              <a:gd name="connsiteY3" fmla="*/ 704277 h 869500"/>
              <a:gd name="connsiteX0" fmla="*/ 0 w 1226389"/>
              <a:gd name="connsiteY0" fmla="*/ 704277 h 704277"/>
              <a:gd name="connsiteX1" fmla="*/ 867920 w 1226389"/>
              <a:gd name="connsiteY1" fmla="*/ 0 h 704277"/>
              <a:gd name="connsiteX2" fmla="*/ 1226389 w 1226389"/>
              <a:gd name="connsiteY2" fmla="*/ 455373 h 704277"/>
              <a:gd name="connsiteX3" fmla="*/ 0 w 1226389"/>
              <a:gd name="connsiteY3" fmla="*/ 704277 h 704277"/>
              <a:gd name="connsiteX0" fmla="*/ 0 w 870399"/>
              <a:gd name="connsiteY0" fmla="*/ 406324 h 455373"/>
              <a:gd name="connsiteX1" fmla="*/ 511930 w 870399"/>
              <a:gd name="connsiteY1" fmla="*/ 0 h 455373"/>
              <a:gd name="connsiteX2" fmla="*/ 870399 w 870399"/>
              <a:gd name="connsiteY2" fmla="*/ 455373 h 455373"/>
              <a:gd name="connsiteX3" fmla="*/ 0 w 870399"/>
              <a:gd name="connsiteY3" fmla="*/ 406324 h 455373"/>
            </a:gdLst>
            <a:ahLst/>
            <a:cxnLst>
              <a:cxn ang="0">
                <a:pos x="connsiteX0" y="connsiteY0"/>
              </a:cxn>
              <a:cxn ang="0">
                <a:pos x="connsiteX1" y="connsiteY1"/>
              </a:cxn>
              <a:cxn ang="0">
                <a:pos x="connsiteX2" y="connsiteY2"/>
              </a:cxn>
              <a:cxn ang="0">
                <a:pos x="connsiteX3" y="connsiteY3"/>
              </a:cxn>
            </a:cxnLst>
            <a:rect l="l" t="t" r="r" b="b"/>
            <a:pathLst>
              <a:path w="870399" h="455373">
                <a:moveTo>
                  <a:pt x="0" y="406324"/>
                </a:moveTo>
                <a:lnTo>
                  <a:pt x="511930" y="0"/>
                </a:lnTo>
                <a:lnTo>
                  <a:pt x="870399" y="455373"/>
                </a:lnTo>
                <a:lnTo>
                  <a:pt x="0" y="406324"/>
                </a:lnTo>
                <a:close/>
              </a:path>
            </a:pathLst>
          </a:custGeom>
          <a:solidFill>
            <a:srgbClr val="079648"/>
          </a:solidFill>
          <a:ln>
            <a:solidFill>
              <a:srgbClr val="0076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Rounded MT Bold" panose="020F0704030504030204" pitchFamily="34" charset="0"/>
            </a:endParaRPr>
          </a:p>
        </p:txBody>
      </p:sp>
      <p:sp>
        <p:nvSpPr>
          <p:cNvPr id="7" name="Isosceles Triangle 4">
            <a:extLst>
              <a:ext uri="{FF2B5EF4-FFF2-40B4-BE49-F238E27FC236}">
                <a16:creationId xmlns:a16="http://schemas.microsoft.com/office/drawing/2014/main" id="{D5F72C2E-80D0-452C-B6A2-311C91E0C884}"/>
              </a:ext>
            </a:extLst>
          </p:cNvPr>
          <p:cNvSpPr/>
          <p:nvPr/>
        </p:nvSpPr>
        <p:spPr>
          <a:xfrm rot="13186036">
            <a:off x="-255634" y="6500732"/>
            <a:ext cx="865243" cy="458953"/>
          </a:xfrm>
          <a:custGeom>
            <a:avLst/>
            <a:gdLst>
              <a:gd name="connsiteX0" fmla="*/ 0 w 1262129"/>
              <a:gd name="connsiteY0" fmla="*/ 824247 h 824247"/>
              <a:gd name="connsiteX1" fmla="*/ 631065 w 1262129"/>
              <a:gd name="connsiteY1" fmla="*/ 0 h 824247"/>
              <a:gd name="connsiteX2" fmla="*/ 1262129 w 1262129"/>
              <a:gd name="connsiteY2" fmla="*/ 824247 h 824247"/>
              <a:gd name="connsiteX3" fmla="*/ 0 w 1262129"/>
              <a:gd name="connsiteY3" fmla="*/ 824247 h 824247"/>
              <a:gd name="connsiteX0" fmla="*/ 0 w 1498984"/>
              <a:gd name="connsiteY0" fmla="*/ 704277 h 824247"/>
              <a:gd name="connsiteX1" fmla="*/ 867920 w 1498984"/>
              <a:gd name="connsiteY1" fmla="*/ 0 h 824247"/>
              <a:gd name="connsiteX2" fmla="*/ 1498984 w 1498984"/>
              <a:gd name="connsiteY2" fmla="*/ 824247 h 824247"/>
              <a:gd name="connsiteX3" fmla="*/ 0 w 1498984"/>
              <a:gd name="connsiteY3" fmla="*/ 704277 h 824247"/>
              <a:gd name="connsiteX0" fmla="*/ 0 w 1568610"/>
              <a:gd name="connsiteY0" fmla="*/ 704277 h 866517"/>
              <a:gd name="connsiteX1" fmla="*/ 867920 w 1568610"/>
              <a:gd name="connsiteY1" fmla="*/ 0 h 866517"/>
              <a:gd name="connsiteX2" fmla="*/ 1568610 w 1568610"/>
              <a:gd name="connsiteY2" fmla="*/ 866517 h 866517"/>
              <a:gd name="connsiteX3" fmla="*/ 0 w 1568610"/>
              <a:gd name="connsiteY3" fmla="*/ 704277 h 866517"/>
              <a:gd name="connsiteX0" fmla="*/ 0 w 1604915"/>
              <a:gd name="connsiteY0" fmla="*/ 704277 h 869500"/>
              <a:gd name="connsiteX1" fmla="*/ 867920 w 1604915"/>
              <a:gd name="connsiteY1" fmla="*/ 0 h 869500"/>
              <a:gd name="connsiteX2" fmla="*/ 1604915 w 1604915"/>
              <a:gd name="connsiteY2" fmla="*/ 869500 h 869500"/>
              <a:gd name="connsiteX3" fmla="*/ 0 w 1604915"/>
              <a:gd name="connsiteY3" fmla="*/ 704277 h 869500"/>
              <a:gd name="connsiteX0" fmla="*/ 0 w 1464871"/>
              <a:gd name="connsiteY0" fmla="*/ 704277 h 931950"/>
              <a:gd name="connsiteX1" fmla="*/ 867920 w 1464871"/>
              <a:gd name="connsiteY1" fmla="*/ 0 h 931950"/>
              <a:gd name="connsiteX2" fmla="*/ 1464871 w 1464871"/>
              <a:gd name="connsiteY2" fmla="*/ 931950 h 931950"/>
              <a:gd name="connsiteX3" fmla="*/ 0 w 1464871"/>
              <a:gd name="connsiteY3" fmla="*/ 704277 h 931950"/>
              <a:gd name="connsiteX0" fmla="*/ 0 w 1198124"/>
              <a:gd name="connsiteY0" fmla="*/ 593585 h 931950"/>
              <a:gd name="connsiteX1" fmla="*/ 601173 w 1198124"/>
              <a:gd name="connsiteY1" fmla="*/ 0 h 931950"/>
              <a:gd name="connsiteX2" fmla="*/ 1198124 w 1198124"/>
              <a:gd name="connsiteY2" fmla="*/ 931950 h 931950"/>
              <a:gd name="connsiteX3" fmla="*/ 0 w 1198124"/>
              <a:gd name="connsiteY3" fmla="*/ 593585 h 931950"/>
              <a:gd name="connsiteX0" fmla="*/ 0 w 1100436"/>
              <a:gd name="connsiteY0" fmla="*/ 593585 h 746999"/>
              <a:gd name="connsiteX1" fmla="*/ 601173 w 1100436"/>
              <a:gd name="connsiteY1" fmla="*/ 0 h 746999"/>
              <a:gd name="connsiteX2" fmla="*/ 1100436 w 1100436"/>
              <a:gd name="connsiteY2" fmla="*/ 746999 h 746999"/>
              <a:gd name="connsiteX3" fmla="*/ 0 w 1100436"/>
              <a:gd name="connsiteY3" fmla="*/ 593585 h 746999"/>
            </a:gdLst>
            <a:ahLst/>
            <a:cxnLst>
              <a:cxn ang="0">
                <a:pos x="connsiteX0" y="connsiteY0"/>
              </a:cxn>
              <a:cxn ang="0">
                <a:pos x="connsiteX1" y="connsiteY1"/>
              </a:cxn>
              <a:cxn ang="0">
                <a:pos x="connsiteX2" y="connsiteY2"/>
              </a:cxn>
              <a:cxn ang="0">
                <a:pos x="connsiteX3" y="connsiteY3"/>
              </a:cxn>
            </a:cxnLst>
            <a:rect l="l" t="t" r="r" b="b"/>
            <a:pathLst>
              <a:path w="1100436" h="746999">
                <a:moveTo>
                  <a:pt x="0" y="593585"/>
                </a:moveTo>
                <a:lnTo>
                  <a:pt x="601173" y="0"/>
                </a:lnTo>
                <a:lnTo>
                  <a:pt x="1100436" y="746999"/>
                </a:lnTo>
                <a:lnTo>
                  <a:pt x="0" y="593585"/>
                </a:lnTo>
                <a:close/>
              </a:path>
            </a:pathLst>
          </a:custGeom>
          <a:solidFill>
            <a:srgbClr val="079648"/>
          </a:solidFill>
          <a:ln>
            <a:solidFill>
              <a:srgbClr val="0076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Rounded MT Bold" panose="020F0704030504030204" pitchFamily="34" charset="0"/>
            </a:endParaRPr>
          </a:p>
        </p:txBody>
      </p:sp>
      <p:sp>
        <p:nvSpPr>
          <p:cNvPr id="11" name="TextBox 10">
            <a:extLst>
              <a:ext uri="{FF2B5EF4-FFF2-40B4-BE49-F238E27FC236}">
                <a16:creationId xmlns:a16="http://schemas.microsoft.com/office/drawing/2014/main" id="{C820506C-8F12-42CF-8506-B5D9D5814347}"/>
              </a:ext>
            </a:extLst>
          </p:cNvPr>
          <p:cNvSpPr txBox="1"/>
          <p:nvPr/>
        </p:nvSpPr>
        <p:spPr>
          <a:xfrm>
            <a:off x="3203436" y="4822737"/>
            <a:ext cx="6264414" cy="584775"/>
          </a:xfrm>
          <a:prstGeom prst="rect">
            <a:avLst/>
          </a:prstGeom>
          <a:noFill/>
        </p:spPr>
        <p:txBody>
          <a:bodyPr wrap="square" rtlCol="0">
            <a:spAutoFit/>
          </a:bodyPr>
          <a:lstStyle/>
          <a:p>
            <a:pPr algn="just">
              <a:defRPr sz="2000"/>
            </a:pPr>
            <a:r>
              <a:rPr lang="en-US" sz="3200" dirty="0">
                <a:latin typeface="Agency FB" panose="020B0503020202020204" pitchFamily="34" charset="0"/>
              </a:rPr>
              <a:t>Importance of accurate data</a:t>
            </a:r>
          </a:p>
        </p:txBody>
      </p:sp>
      <p:grpSp>
        <p:nvGrpSpPr>
          <p:cNvPr id="5" name="Group 4">
            <a:extLst>
              <a:ext uri="{FF2B5EF4-FFF2-40B4-BE49-F238E27FC236}">
                <a16:creationId xmlns:a16="http://schemas.microsoft.com/office/drawing/2014/main" id="{0C5233EE-E0A6-438F-9A09-3688C6BA9124}"/>
              </a:ext>
            </a:extLst>
          </p:cNvPr>
          <p:cNvGrpSpPr/>
          <p:nvPr/>
        </p:nvGrpSpPr>
        <p:grpSpPr>
          <a:xfrm>
            <a:off x="1962150" y="1257300"/>
            <a:ext cx="8305800" cy="666750"/>
            <a:chOff x="1257300" y="1257300"/>
            <a:chExt cx="8305800" cy="666750"/>
          </a:xfrm>
        </p:grpSpPr>
        <p:sp>
          <p:nvSpPr>
            <p:cNvPr id="2" name="Rectangle 1">
              <a:extLst>
                <a:ext uri="{FF2B5EF4-FFF2-40B4-BE49-F238E27FC236}">
                  <a16:creationId xmlns:a16="http://schemas.microsoft.com/office/drawing/2014/main" id="{254955E2-2A86-4E64-9431-1418A36AA2C4}"/>
                </a:ext>
              </a:extLst>
            </p:cNvPr>
            <p:cNvSpPr/>
            <p:nvPr/>
          </p:nvSpPr>
          <p:spPr>
            <a:xfrm>
              <a:off x="1257300" y="1257300"/>
              <a:ext cx="8305800" cy="666750"/>
            </a:xfrm>
            <a:prstGeom prst="rect">
              <a:avLst/>
            </a:prstGeom>
            <a:no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21" name="Rectangle 20">
              <a:extLst>
                <a:ext uri="{FF2B5EF4-FFF2-40B4-BE49-F238E27FC236}">
                  <a16:creationId xmlns:a16="http://schemas.microsoft.com/office/drawing/2014/main" id="{7948EF9A-E45F-4D30-94FC-6D996E48218D}"/>
                </a:ext>
              </a:extLst>
            </p:cNvPr>
            <p:cNvSpPr/>
            <p:nvPr/>
          </p:nvSpPr>
          <p:spPr>
            <a:xfrm>
              <a:off x="1257300" y="1257300"/>
              <a:ext cx="647700" cy="666750"/>
            </a:xfrm>
            <a:prstGeom prst="rect">
              <a:avLst/>
            </a:prstGeom>
            <a:solidFill>
              <a:srgbClr val="006633"/>
            </a:solid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grpSp>
        <p:nvGrpSpPr>
          <p:cNvPr id="22" name="Group 21">
            <a:extLst>
              <a:ext uri="{FF2B5EF4-FFF2-40B4-BE49-F238E27FC236}">
                <a16:creationId xmlns:a16="http://schemas.microsoft.com/office/drawing/2014/main" id="{C40C3A8D-650A-4A3B-8A92-E7E01E520B15}"/>
              </a:ext>
            </a:extLst>
          </p:cNvPr>
          <p:cNvGrpSpPr/>
          <p:nvPr/>
        </p:nvGrpSpPr>
        <p:grpSpPr>
          <a:xfrm>
            <a:off x="1962150" y="1998537"/>
            <a:ext cx="8305800" cy="1245728"/>
            <a:chOff x="1257300" y="1257300"/>
            <a:chExt cx="8305800" cy="666750"/>
          </a:xfrm>
        </p:grpSpPr>
        <p:sp>
          <p:nvSpPr>
            <p:cNvPr id="23" name="Rectangle 22">
              <a:extLst>
                <a:ext uri="{FF2B5EF4-FFF2-40B4-BE49-F238E27FC236}">
                  <a16:creationId xmlns:a16="http://schemas.microsoft.com/office/drawing/2014/main" id="{BCE72B0C-0216-44CE-ACDF-3B002DC163F9}"/>
                </a:ext>
              </a:extLst>
            </p:cNvPr>
            <p:cNvSpPr/>
            <p:nvPr/>
          </p:nvSpPr>
          <p:spPr>
            <a:xfrm>
              <a:off x="1257300" y="1257300"/>
              <a:ext cx="8305800" cy="666750"/>
            </a:xfrm>
            <a:prstGeom prst="rect">
              <a:avLst/>
            </a:prstGeom>
            <a:no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24" name="Rectangle 23">
              <a:extLst>
                <a:ext uri="{FF2B5EF4-FFF2-40B4-BE49-F238E27FC236}">
                  <a16:creationId xmlns:a16="http://schemas.microsoft.com/office/drawing/2014/main" id="{332A452D-0168-4DE8-9854-E9605D78F2F1}"/>
                </a:ext>
              </a:extLst>
            </p:cNvPr>
            <p:cNvSpPr/>
            <p:nvPr/>
          </p:nvSpPr>
          <p:spPr>
            <a:xfrm>
              <a:off x="1257300" y="1257300"/>
              <a:ext cx="647700" cy="666750"/>
            </a:xfrm>
            <a:prstGeom prst="rect">
              <a:avLst/>
            </a:prstGeom>
            <a:solidFill>
              <a:srgbClr val="006633"/>
            </a:solid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8" name="Rectangle 7">
            <a:extLst>
              <a:ext uri="{FF2B5EF4-FFF2-40B4-BE49-F238E27FC236}">
                <a16:creationId xmlns:a16="http://schemas.microsoft.com/office/drawing/2014/main" id="{B12A5885-D452-4A07-B82A-FD669726C657}"/>
              </a:ext>
            </a:extLst>
          </p:cNvPr>
          <p:cNvSpPr/>
          <p:nvPr/>
        </p:nvSpPr>
        <p:spPr>
          <a:xfrm>
            <a:off x="2687414" y="1271627"/>
            <a:ext cx="7458250" cy="756938"/>
          </a:xfrm>
          <a:prstGeom prst="rect">
            <a:avLst/>
          </a:prstGeom>
        </p:spPr>
        <p:txBody>
          <a:bodyPr wrap="square">
            <a:spAutoFit/>
          </a:bodyPr>
          <a:lstStyle/>
          <a:p>
            <a:pPr>
              <a:lnSpc>
                <a:spcPct val="70000"/>
              </a:lnSpc>
              <a:defRPr sz="2000"/>
            </a:pPr>
            <a:r>
              <a:rPr lang="en-US" sz="2400" b="1" dirty="0">
                <a:solidFill>
                  <a:srgbClr val="00B0F0"/>
                </a:solidFill>
              </a:rPr>
              <a:t>Technical Growth</a:t>
            </a:r>
            <a:r>
              <a:rPr lang="en-US" sz="2800" b="1" dirty="0">
                <a:solidFill>
                  <a:srgbClr val="00B0F0"/>
                </a:solidFill>
              </a:rPr>
              <a:t>:</a:t>
            </a:r>
          </a:p>
          <a:p>
            <a:pPr>
              <a:lnSpc>
                <a:spcPct val="70000"/>
              </a:lnSpc>
              <a:defRPr sz="2000"/>
            </a:pPr>
            <a:r>
              <a:rPr lang="en-US" sz="3200" dirty="0">
                <a:latin typeface="Agency FB" panose="020B0503020202020204" pitchFamily="34" charset="0"/>
              </a:rPr>
              <a:t>	Built scalable systems for real-world use</a:t>
            </a:r>
            <a:endParaRPr lang="en-US" sz="2800" dirty="0">
              <a:latin typeface="Agency FB" panose="020B0503020202020204" pitchFamily="34" charset="0"/>
            </a:endParaRPr>
          </a:p>
        </p:txBody>
      </p:sp>
      <p:sp>
        <p:nvSpPr>
          <p:cNvPr id="25" name="Rectangle 24">
            <a:extLst>
              <a:ext uri="{FF2B5EF4-FFF2-40B4-BE49-F238E27FC236}">
                <a16:creationId xmlns:a16="http://schemas.microsoft.com/office/drawing/2014/main" id="{9CFFBE0E-9390-4347-AB35-6326752A4FD0}"/>
              </a:ext>
            </a:extLst>
          </p:cNvPr>
          <p:cNvSpPr/>
          <p:nvPr/>
        </p:nvSpPr>
        <p:spPr>
          <a:xfrm>
            <a:off x="2705100" y="3302314"/>
            <a:ext cx="7562850" cy="713850"/>
          </a:xfrm>
          <a:prstGeom prst="rect">
            <a:avLst/>
          </a:prstGeom>
        </p:spPr>
        <p:txBody>
          <a:bodyPr wrap="square">
            <a:spAutoFit/>
          </a:bodyPr>
          <a:lstStyle/>
          <a:p>
            <a:pPr algn="just">
              <a:lnSpc>
                <a:spcPct val="70000"/>
              </a:lnSpc>
              <a:defRPr sz="2000"/>
            </a:pPr>
            <a:r>
              <a:rPr lang="en-US" sz="2400" b="1" dirty="0">
                <a:solidFill>
                  <a:srgbClr val="00B0F0"/>
                </a:solidFill>
              </a:rPr>
              <a:t>Personal Growth:</a:t>
            </a:r>
          </a:p>
          <a:p>
            <a:pPr algn="just">
              <a:lnSpc>
                <a:spcPct val="70000"/>
              </a:lnSpc>
              <a:defRPr sz="2000"/>
            </a:pPr>
            <a:r>
              <a:rPr lang="en-US" sz="3200" dirty="0">
                <a:latin typeface="Agency FB" panose="020B0503020202020204" pitchFamily="34" charset="0"/>
              </a:rPr>
              <a:t>	Developed empathy and global perspective</a:t>
            </a:r>
          </a:p>
        </p:txBody>
      </p:sp>
      <p:sp>
        <p:nvSpPr>
          <p:cNvPr id="26" name="Rectangle 25">
            <a:extLst>
              <a:ext uri="{FF2B5EF4-FFF2-40B4-BE49-F238E27FC236}">
                <a16:creationId xmlns:a16="http://schemas.microsoft.com/office/drawing/2014/main" id="{6AEEAC5D-49D3-4864-87AC-9E7378553F5B}"/>
              </a:ext>
            </a:extLst>
          </p:cNvPr>
          <p:cNvSpPr/>
          <p:nvPr/>
        </p:nvSpPr>
        <p:spPr>
          <a:xfrm>
            <a:off x="2727631" y="2068275"/>
            <a:ext cx="7540319" cy="1041888"/>
          </a:xfrm>
          <a:prstGeom prst="rect">
            <a:avLst/>
          </a:prstGeom>
        </p:spPr>
        <p:txBody>
          <a:bodyPr wrap="square">
            <a:spAutoFit/>
          </a:bodyPr>
          <a:lstStyle/>
          <a:p>
            <a:pPr>
              <a:lnSpc>
                <a:spcPct val="70000"/>
              </a:lnSpc>
              <a:defRPr sz="2000"/>
            </a:pPr>
            <a:r>
              <a:rPr lang="en-US" sz="2400" b="1" dirty="0">
                <a:solidFill>
                  <a:srgbClr val="00B0F0"/>
                </a:solidFill>
              </a:rPr>
              <a:t>Professional Growth: </a:t>
            </a:r>
          </a:p>
          <a:p>
            <a:pPr>
              <a:lnSpc>
                <a:spcPct val="70000"/>
              </a:lnSpc>
              <a:defRPr sz="2000"/>
            </a:pPr>
            <a:r>
              <a:rPr lang="en-US" sz="3200" dirty="0">
                <a:latin typeface="Agency FB" panose="020B0503020202020204" pitchFamily="34" charset="0"/>
              </a:rPr>
              <a:t>	Strengthened M&amp;E and cross-functional collaboration</a:t>
            </a:r>
          </a:p>
          <a:p>
            <a:pPr>
              <a:lnSpc>
                <a:spcPct val="70000"/>
              </a:lnSpc>
              <a:defRPr sz="2000"/>
            </a:pPr>
            <a:r>
              <a:rPr lang="en-US" sz="3200" dirty="0">
                <a:latin typeface="Agency FB" panose="020B0503020202020204" pitchFamily="34" charset="0"/>
              </a:rPr>
              <a:t>	Learnt the Ugandan immunization schedule</a:t>
            </a:r>
          </a:p>
        </p:txBody>
      </p:sp>
      <p:grpSp>
        <p:nvGrpSpPr>
          <p:cNvPr id="27" name="Group 26">
            <a:extLst>
              <a:ext uri="{FF2B5EF4-FFF2-40B4-BE49-F238E27FC236}">
                <a16:creationId xmlns:a16="http://schemas.microsoft.com/office/drawing/2014/main" id="{943BCC8F-0E03-49DF-928E-FA546AC988BF}"/>
              </a:ext>
            </a:extLst>
          </p:cNvPr>
          <p:cNvGrpSpPr/>
          <p:nvPr/>
        </p:nvGrpSpPr>
        <p:grpSpPr>
          <a:xfrm>
            <a:off x="1962150" y="3332239"/>
            <a:ext cx="8305800" cy="666750"/>
            <a:chOff x="1257300" y="1257300"/>
            <a:chExt cx="8305800" cy="666750"/>
          </a:xfrm>
        </p:grpSpPr>
        <p:sp>
          <p:nvSpPr>
            <p:cNvPr id="28" name="Rectangle 27">
              <a:extLst>
                <a:ext uri="{FF2B5EF4-FFF2-40B4-BE49-F238E27FC236}">
                  <a16:creationId xmlns:a16="http://schemas.microsoft.com/office/drawing/2014/main" id="{E3863141-9034-46DC-BD22-98B690B644A6}"/>
                </a:ext>
              </a:extLst>
            </p:cNvPr>
            <p:cNvSpPr/>
            <p:nvPr/>
          </p:nvSpPr>
          <p:spPr>
            <a:xfrm>
              <a:off x="1257300" y="1257300"/>
              <a:ext cx="8305800" cy="666750"/>
            </a:xfrm>
            <a:prstGeom prst="rect">
              <a:avLst/>
            </a:prstGeom>
            <a:no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29" name="Rectangle 28">
              <a:extLst>
                <a:ext uri="{FF2B5EF4-FFF2-40B4-BE49-F238E27FC236}">
                  <a16:creationId xmlns:a16="http://schemas.microsoft.com/office/drawing/2014/main" id="{FCC5C190-8721-4E5C-86F8-55575FD9867F}"/>
                </a:ext>
              </a:extLst>
            </p:cNvPr>
            <p:cNvSpPr/>
            <p:nvPr/>
          </p:nvSpPr>
          <p:spPr>
            <a:xfrm>
              <a:off x="1257300" y="1257300"/>
              <a:ext cx="647700" cy="666750"/>
            </a:xfrm>
            <a:prstGeom prst="rect">
              <a:avLst/>
            </a:prstGeom>
            <a:solidFill>
              <a:srgbClr val="006633"/>
            </a:solid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grpSp>
        <p:nvGrpSpPr>
          <p:cNvPr id="30" name="Group 29">
            <a:extLst>
              <a:ext uri="{FF2B5EF4-FFF2-40B4-BE49-F238E27FC236}">
                <a16:creationId xmlns:a16="http://schemas.microsoft.com/office/drawing/2014/main" id="{73DFC660-44DA-40B2-94B7-941C64726E87}"/>
              </a:ext>
            </a:extLst>
          </p:cNvPr>
          <p:cNvGrpSpPr/>
          <p:nvPr/>
        </p:nvGrpSpPr>
        <p:grpSpPr>
          <a:xfrm>
            <a:off x="1962150" y="4135079"/>
            <a:ext cx="8305800" cy="1374422"/>
            <a:chOff x="1257300" y="1257300"/>
            <a:chExt cx="8305800" cy="666750"/>
          </a:xfrm>
        </p:grpSpPr>
        <p:sp>
          <p:nvSpPr>
            <p:cNvPr id="31" name="Rectangle 30">
              <a:extLst>
                <a:ext uri="{FF2B5EF4-FFF2-40B4-BE49-F238E27FC236}">
                  <a16:creationId xmlns:a16="http://schemas.microsoft.com/office/drawing/2014/main" id="{BAA28FAC-E68F-430C-8EF5-93FA979023A4}"/>
                </a:ext>
              </a:extLst>
            </p:cNvPr>
            <p:cNvSpPr/>
            <p:nvPr/>
          </p:nvSpPr>
          <p:spPr>
            <a:xfrm>
              <a:off x="1257300" y="1257300"/>
              <a:ext cx="8305800" cy="666750"/>
            </a:xfrm>
            <a:prstGeom prst="rect">
              <a:avLst/>
            </a:prstGeom>
            <a:no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32" name="Rectangle 31">
              <a:extLst>
                <a:ext uri="{FF2B5EF4-FFF2-40B4-BE49-F238E27FC236}">
                  <a16:creationId xmlns:a16="http://schemas.microsoft.com/office/drawing/2014/main" id="{DFB1EFF6-467B-4DD8-AA0C-62CC569597AF}"/>
                </a:ext>
              </a:extLst>
            </p:cNvPr>
            <p:cNvSpPr/>
            <p:nvPr/>
          </p:nvSpPr>
          <p:spPr>
            <a:xfrm>
              <a:off x="1257300" y="1257300"/>
              <a:ext cx="647700" cy="666750"/>
            </a:xfrm>
            <a:prstGeom prst="rect">
              <a:avLst/>
            </a:prstGeom>
            <a:solidFill>
              <a:srgbClr val="006633"/>
            </a:solid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33" name="Rectangle 32">
            <a:extLst>
              <a:ext uri="{FF2B5EF4-FFF2-40B4-BE49-F238E27FC236}">
                <a16:creationId xmlns:a16="http://schemas.microsoft.com/office/drawing/2014/main" id="{6A251D77-24C7-4975-87B6-19AC3A2B4F3F}"/>
              </a:ext>
            </a:extLst>
          </p:cNvPr>
          <p:cNvSpPr/>
          <p:nvPr/>
        </p:nvSpPr>
        <p:spPr>
          <a:xfrm>
            <a:off x="2724150" y="4160520"/>
            <a:ext cx="7258050" cy="867930"/>
          </a:xfrm>
          <a:prstGeom prst="rect">
            <a:avLst/>
          </a:prstGeom>
        </p:spPr>
        <p:txBody>
          <a:bodyPr wrap="square">
            <a:spAutoFit/>
          </a:bodyPr>
          <a:lstStyle/>
          <a:p>
            <a:pPr algn="just">
              <a:lnSpc>
                <a:spcPct val="90000"/>
              </a:lnSpc>
              <a:defRPr sz="2000"/>
            </a:pPr>
            <a:r>
              <a:rPr lang="en-US" sz="2400" b="1" dirty="0">
                <a:solidFill>
                  <a:srgbClr val="00B0F0"/>
                </a:solidFill>
              </a:rPr>
              <a:t>Core Lesson:</a:t>
            </a:r>
          </a:p>
          <a:p>
            <a:pPr algn="just">
              <a:lnSpc>
                <a:spcPct val="90000"/>
              </a:lnSpc>
              <a:defRPr sz="2000"/>
            </a:pPr>
            <a:r>
              <a:rPr lang="en-US" sz="3200" dirty="0"/>
              <a:t>	</a:t>
            </a:r>
            <a:r>
              <a:rPr lang="en-US" sz="3200" dirty="0">
                <a:latin typeface="Agency FB" panose="020B0503020202020204" pitchFamily="34" charset="0"/>
              </a:rPr>
              <a:t>Data is powerful when it represents people</a:t>
            </a:r>
          </a:p>
        </p:txBody>
      </p:sp>
      <p:sp>
        <p:nvSpPr>
          <p:cNvPr id="37" name="TextBox 36">
            <a:extLst>
              <a:ext uri="{FF2B5EF4-FFF2-40B4-BE49-F238E27FC236}">
                <a16:creationId xmlns:a16="http://schemas.microsoft.com/office/drawing/2014/main" id="{86288722-6F5B-4C9B-8AEE-F30CEC0A95BE}"/>
              </a:ext>
            </a:extLst>
          </p:cNvPr>
          <p:cNvSpPr txBox="1"/>
          <p:nvPr/>
        </p:nvSpPr>
        <p:spPr>
          <a:xfrm>
            <a:off x="2006266" y="4527135"/>
            <a:ext cx="479325" cy="584775"/>
          </a:xfrm>
          <a:prstGeom prst="rect">
            <a:avLst/>
          </a:prstGeom>
          <a:noFill/>
        </p:spPr>
        <p:txBody>
          <a:bodyPr wrap="square" rtlCol="0">
            <a:spAutoFit/>
          </a:bodyPr>
          <a:lstStyle/>
          <a:p>
            <a:pPr>
              <a:defRPr sz="2000"/>
            </a:pPr>
            <a:r>
              <a:rPr lang="en-US" sz="3200" dirty="0">
                <a:solidFill>
                  <a:schemeClr val="bg1"/>
                </a:solidFill>
                <a:latin typeface="Arial Rounded MT Bold" panose="020F0704030504030204" pitchFamily="34" charset="0"/>
              </a:rPr>
              <a:t>4</a:t>
            </a:r>
          </a:p>
        </p:txBody>
      </p:sp>
      <p:sp>
        <p:nvSpPr>
          <p:cNvPr id="38" name="TextBox 37">
            <a:extLst>
              <a:ext uri="{FF2B5EF4-FFF2-40B4-BE49-F238E27FC236}">
                <a16:creationId xmlns:a16="http://schemas.microsoft.com/office/drawing/2014/main" id="{B39AC797-8618-4583-A213-528D32074CE7}"/>
              </a:ext>
            </a:extLst>
          </p:cNvPr>
          <p:cNvSpPr txBox="1"/>
          <p:nvPr/>
        </p:nvSpPr>
        <p:spPr>
          <a:xfrm>
            <a:off x="2046337" y="3409305"/>
            <a:ext cx="479325" cy="584775"/>
          </a:xfrm>
          <a:prstGeom prst="rect">
            <a:avLst/>
          </a:prstGeom>
          <a:noFill/>
        </p:spPr>
        <p:txBody>
          <a:bodyPr wrap="square" rtlCol="0">
            <a:spAutoFit/>
          </a:bodyPr>
          <a:lstStyle/>
          <a:p>
            <a:pPr>
              <a:defRPr sz="2000"/>
            </a:pPr>
            <a:r>
              <a:rPr lang="en-US" sz="3200" dirty="0">
                <a:solidFill>
                  <a:schemeClr val="bg1"/>
                </a:solidFill>
                <a:latin typeface="Arial Rounded MT Bold" panose="020F0704030504030204" pitchFamily="34" charset="0"/>
              </a:rPr>
              <a:t>3</a:t>
            </a:r>
          </a:p>
        </p:txBody>
      </p:sp>
      <p:sp>
        <p:nvSpPr>
          <p:cNvPr id="39" name="TextBox 38">
            <a:extLst>
              <a:ext uri="{FF2B5EF4-FFF2-40B4-BE49-F238E27FC236}">
                <a16:creationId xmlns:a16="http://schemas.microsoft.com/office/drawing/2014/main" id="{E260F114-AFF8-4E91-B045-D79E0410A3C0}"/>
              </a:ext>
            </a:extLst>
          </p:cNvPr>
          <p:cNvSpPr txBox="1"/>
          <p:nvPr/>
        </p:nvSpPr>
        <p:spPr>
          <a:xfrm>
            <a:off x="2024837" y="2296433"/>
            <a:ext cx="479325" cy="584775"/>
          </a:xfrm>
          <a:prstGeom prst="rect">
            <a:avLst/>
          </a:prstGeom>
          <a:noFill/>
        </p:spPr>
        <p:txBody>
          <a:bodyPr wrap="square" rtlCol="0">
            <a:spAutoFit/>
          </a:bodyPr>
          <a:lstStyle/>
          <a:p>
            <a:pPr>
              <a:defRPr sz="2000"/>
            </a:pPr>
            <a:r>
              <a:rPr lang="en-US" sz="3200" dirty="0">
                <a:solidFill>
                  <a:schemeClr val="bg1"/>
                </a:solidFill>
                <a:latin typeface="Arial Rounded MT Bold" panose="020F0704030504030204" pitchFamily="34" charset="0"/>
              </a:rPr>
              <a:t>2</a:t>
            </a:r>
          </a:p>
        </p:txBody>
      </p:sp>
      <p:sp>
        <p:nvSpPr>
          <p:cNvPr id="40" name="TextBox 39">
            <a:extLst>
              <a:ext uri="{FF2B5EF4-FFF2-40B4-BE49-F238E27FC236}">
                <a16:creationId xmlns:a16="http://schemas.microsoft.com/office/drawing/2014/main" id="{F252A75B-93CF-474A-AEEC-9B36E1CE89AF}"/>
              </a:ext>
            </a:extLst>
          </p:cNvPr>
          <p:cNvSpPr txBox="1"/>
          <p:nvPr/>
        </p:nvSpPr>
        <p:spPr>
          <a:xfrm>
            <a:off x="2046336" y="1312589"/>
            <a:ext cx="479325" cy="584775"/>
          </a:xfrm>
          <a:prstGeom prst="rect">
            <a:avLst/>
          </a:prstGeom>
          <a:noFill/>
        </p:spPr>
        <p:txBody>
          <a:bodyPr wrap="square" rtlCol="0">
            <a:spAutoFit/>
          </a:bodyPr>
          <a:lstStyle/>
          <a:p>
            <a:pPr>
              <a:defRPr sz="2000"/>
            </a:pPr>
            <a:r>
              <a:rPr lang="en-US" sz="3200" dirty="0">
                <a:solidFill>
                  <a:schemeClr val="bg1"/>
                </a:solidFill>
                <a:latin typeface="Arial Rounded MT Bold" panose="020F0704030504030204" pitchFamily="34" charset="0"/>
              </a:rPr>
              <a:t>1</a:t>
            </a:r>
          </a:p>
        </p:txBody>
      </p:sp>
    </p:spTree>
    <p:extLst>
      <p:ext uri="{BB962C8B-B14F-4D97-AF65-F5344CB8AC3E}">
        <p14:creationId xmlns:p14="http://schemas.microsoft.com/office/powerpoint/2010/main" val="2765993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123D29C-E543-4BDC-B064-CE82AC0769DA}"/>
              </a:ext>
            </a:extLst>
          </p:cNvPr>
          <p:cNvSpPr/>
          <p:nvPr/>
        </p:nvSpPr>
        <p:spPr>
          <a:xfrm>
            <a:off x="4188682" y="-1473"/>
            <a:ext cx="2470548" cy="523220"/>
          </a:xfrm>
          <a:prstGeom prst="rect">
            <a:avLst/>
          </a:prstGeom>
          <a:solidFill>
            <a:srgbClr val="006633"/>
          </a:solidFill>
        </p:spPr>
        <p:txBody>
          <a:bodyPr wrap="none">
            <a:spAutoFit/>
          </a:bodyPr>
          <a:lstStyle/>
          <a:p>
            <a:r>
              <a:rPr lang="en-US" altLang="en-US" sz="2800" b="1" dirty="0">
                <a:ln>
                  <a:solidFill>
                    <a:schemeClr val="tx1"/>
                  </a:solidFill>
                </a:ln>
                <a:latin typeface="Aptos"/>
              </a:rPr>
              <a:t>Looking Ahead </a:t>
            </a:r>
            <a:endParaRPr lang="en-US" sz="2800" dirty="0">
              <a:ln>
                <a:solidFill>
                  <a:schemeClr val="tx1"/>
                </a:solidFill>
              </a:ln>
              <a:latin typeface="Aptos"/>
            </a:endParaRPr>
          </a:p>
        </p:txBody>
      </p:sp>
      <p:graphicFrame>
        <p:nvGraphicFramePr>
          <p:cNvPr id="6" name="Diagram 5">
            <a:extLst>
              <a:ext uri="{FF2B5EF4-FFF2-40B4-BE49-F238E27FC236}">
                <a16:creationId xmlns:a16="http://schemas.microsoft.com/office/drawing/2014/main" id="{8771C505-36A1-3FC9-0956-6E0222365871}"/>
              </a:ext>
            </a:extLst>
          </p:cNvPr>
          <p:cNvGraphicFramePr/>
          <p:nvPr>
            <p:extLst>
              <p:ext uri="{D42A27DB-BD31-4B8C-83A1-F6EECF244321}">
                <p14:modId xmlns:p14="http://schemas.microsoft.com/office/powerpoint/2010/main" val="1550195550"/>
              </p:ext>
            </p:extLst>
          </p:nvPr>
        </p:nvGraphicFramePr>
        <p:xfrm>
          <a:off x="-73152" y="27432"/>
          <a:ext cx="12265152" cy="62480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6263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8EB8CFB-954C-4FF5-866F-6AB5776E6DE1}"/>
              </a:ext>
            </a:extLst>
          </p:cNvPr>
          <p:cNvSpPr/>
          <p:nvPr/>
        </p:nvSpPr>
        <p:spPr>
          <a:xfrm>
            <a:off x="0" y="0"/>
            <a:ext cx="12192000" cy="1033689"/>
          </a:xfrm>
          <a:prstGeom prst="rect">
            <a:avLst/>
          </a:prstGeom>
          <a:solidFill>
            <a:srgbClr val="006633"/>
          </a:solidFill>
          <a:ln>
            <a:solidFill>
              <a:srgbClr val="00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0CBFBC7-C851-4237-B053-D56873F865FB}"/>
              </a:ext>
            </a:extLst>
          </p:cNvPr>
          <p:cNvSpPr/>
          <p:nvPr/>
        </p:nvSpPr>
        <p:spPr>
          <a:xfrm>
            <a:off x="3489158" y="110359"/>
            <a:ext cx="3296653" cy="923330"/>
          </a:xfrm>
          <a:prstGeom prst="rect">
            <a:avLst/>
          </a:prstGeom>
        </p:spPr>
        <p:txBody>
          <a:bodyPr wrap="square">
            <a:spAutoFit/>
          </a:bodyPr>
          <a:lstStyle/>
          <a:p>
            <a:pPr lvl="0" defTabSz="914400" eaLnBrk="0" fontAlgn="base" hangingPunct="0">
              <a:spcBef>
                <a:spcPct val="0"/>
              </a:spcBef>
              <a:spcAft>
                <a:spcPct val="0"/>
              </a:spcAft>
            </a:pPr>
            <a:r>
              <a:rPr lang="en-US" altLang="en-US" sz="5400" dirty="0">
                <a:ln>
                  <a:solidFill>
                    <a:schemeClr val="bg1"/>
                  </a:solidFill>
                </a:ln>
                <a:solidFill>
                  <a:schemeClr val="bg1"/>
                </a:solidFill>
                <a:latin typeface="Blackadder ITC" panose="04020505051007020D02" pitchFamily="82" charset="0"/>
              </a:rPr>
              <a:t>Appreciation</a:t>
            </a:r>
          </a:p>
        </p:txBody>
      </p:sp>
      <p:grpSp>
        <p:nvGrpSpPr>
          <p:cNvPr id="7" name="Group 6">
            <a:extLst>
              <a:ext uri="{FF2B5EF4-FFF2-40B4-BE49-F238E27FC236}">
                <a16:creationId xmlns:a16="http://schemas.microsoft.com/office/drawing/2014/main" id="{FB9608D6-F25A-48EF-9E08-E1B9AED4BE08}"/>
              </a:ext>
            </a:extLst>
          </p:cNvPr>
          <p:cNvGrpSpPr/>
          <p:nvPr/>
        </p:nvGrpSpPr>
        <p:grpSpPr>
          <a:xfrm>
            <a:off x="246323" y="5724544"/>
            <a:ext cx="11804650" cy="941695"/>
            <a:chOff x="246323" y="5736576"/>
            <a:chExt cx="11804650" cy="941695"/>
          </a:xfrm>
        </p:grpSpPr>
        <p:pic>
          <p:nvPicPr>
            <p:cNvPr id="8" name="Picture 7">
              <a:extLst>
                <a:ext uri="{FF2B5EF4-FFF2-40B4-BE49-F238E27FC236}">
                  <a16:creationId xmlns:a16="http://schemas.microsoft.com/office/drawing/2014/main" id="{85A55391-B7CE-447D-A9C4-8B0ECC0B14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323" y="5970356"/>
              <a:ext cx="1649048" cy="648806"/>
            </a:xfrm>
            <a:prstGeom prst="rect">
              <a:avLst/>
            </a:prstGeom>
          </p:spPr>
        </p:pic>
        <p:pic>
          <p:nvPicPr>
            <p:cNvPr id="9" name="Picture 8">
              <a:extLst>
                <a:ext uri="{FF2B5EF4-FFF2-40B4-BE49-F238E27FC236}">
                  <a16:creationId xmlns:a16="http://schemas.microsoft.com/office/drawing/2014/main" id="{19F3DA97-CBC1-4E76-9B30-108EFEA3F2AE}"/>
                </a:ext>
              </a:extLst>
            </p:cNvPr>
            <p:cNvPicPr>
              <a:picLocks noChangeAspect="1"/>
            </p:cNvPicPr>
            <p:nvPr userDrawn="1"/>
          </p:nvPicPr>
          <p:blipFill>
            <a:blip r:embed="rId3"/>
            <a:stretch>
              <a:fillRect/>
            </a:stretch>
          </p:blipFill>
          <p:spPr>
            <a:xfrm>
              <a:off x="11109278" y="5736576"/>
              <a:ext cx="941695" cy="941695"/>
            </a:xfrm>
            <a:prstGeom prst="rect">
              <a:avLst/>
            </a:prstGeom>
          </p:spPr>
        </p:pic>
      </p:grpSp>
      <p:graphicFrame>
        <p:nvGraphicFramePr>
          <p:cNvPr id="10" name="Diagram 9">
            <a:extLst>
              <a:ext uri="{FF2B5EF4-FFF2-40B4-BE49-F238E27FC236}">
                <a16:creationId xmlns:a16="http://schemas.microsoft.com/office/drawing/2014/main" id="{0A0D75B6-D3F4-461B-A018-F51C25FAF965}"/>
              </a:ext>
            </a:extLst>
          </p:cNvPr>
          <p:cNvGraphicFramePr/>
          <p:nvPr>
            <p:extLst>
              <p:ext uri="{D42A27DB-BD31-4B8C-83A1-F6EECF244321}">
                <p14:modId xmlns:p14="http://schemas.microsoft.com/office/powerpoint/2010/main" val="122832281"/>
              </p:ext>
            </p:extLst>
          </p:nvPr>
        </p:nvGraphicFramePr>
        <p:xfrm>
          <a:off x="-630715" y="612726"/>
          <a:ext cx="12953850" cy="57665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58166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408BD-BE94-4A50-AC95-6EDD569E6D4D}"/>
              </a:ext>
            </a:extLst>
          </p:cNvPr>
          <p:cNvSpPr txBox="1">
            <a:spLocks/>
          </p:cNvSpPr>
          <p:nvPr/>
        </p:nvSpPr>
        <p:spPr>
          <a:xfrm>
            <a:off x="3681663" y="642645"/>
            <a:ext cx="3814009" cy="736015"/>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b="1" dirty="0">
                <a:solidFill>
                  <a:schemeClr val="bg1"/>
                </a:solidFill>
                <a:highlight>
                  <a:srgbClr val="006633"/>
                </a:highlight>
              </a:rPr>
              <a:t>Conclusion</a:t>
            </a:r>
          </a:p>
        </p:txBody>
      </p:sp>
      <p:graphicFrame>
        <p:nvGraphicFramePr>
          <p:cNvPr id="6" name="Diagram 5">
            <a:extLst>
              <a:ext uri="{FF2B5EF4-FFF2-40B4-BE49-F238E27FC236}">
                <a16:creationId xmlns:a16="http://schemas.microsoft.com/office/drawing/2014/main" id="{8880DACD-E4D1-D8EC-5A59-2708EF4F45B1}"/>
              </a:ext>
            </a:extLst>
          </p:cNvPr>
          <p:cNvGraphicFramePr/>
          <p:nvPr>
            <p:extLst>
              <p:ext uri="{D42A27DB-BD31-4B8C-83A1-F6EECF244321}">
                <p14:modId xmlns:p14="http://schemas.microsoft.com/office/powerpoint/2010/main" val="2359806692"/>
              </p:ext>
            </p:extLst>
          </p:nvPr>
        </p:nvGraphicFramePr>
        <p:xfrm>
          <a:off x="541528" y="365760"/>
          <a:ext cx="11126216" cy="5998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2923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CFA5F8-611F-4998-A834-5E2869AFAF8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6323" y="5958324"/>
            <a:ext cx="1649048" cy="648806"/>
          </a:xfrm>
          <a:prstGeom prst="rect">
            <a:avLst/>
          </a:prstGeom>
        </p:spPr>
      </p:pic>
      <p:pic>
        <p:nvPicPr>
          <p:cNvPr id="4" name="Picture 3">
            <a:extLst>
              <a:ext uri="{FF2B5EF4-FFF2-40B4-BE49-F238E27FC236}">
                <a16:creationId xmlns:a16="http://schemas.microsoft.com/office/drawing/2014/main" id="{4DBA97F6-E744-4707-974C-B9AFE4FA3E5A}"/>
              </a:ext>
            </a:extLst>
          </p:cNvPr>
          <p:cNvPicPr>
            <a:picLocks noChangeAspect="1"/>
          </p:cNvPicPr>
          <p:nvPr userDrawn="1"/>
        </p:nvPicPr>
        <p:blipFill>
          <a:blip r:embed="rId4"/>
          <a:stretch>
            <a:fillRect/>
          </a:stretch>
        </p:blipFill>
        <p:spPr>
          <a:xfrm>
            <a:off x="11109278" y="5724544"/>
            <a:ext cx="941695" cy="941695"/>
          </a:xfrm>
          <a:prstGeom prst="rect">
            <a:avLst/>
          </a:prstGeom>
        </p:spPr>
      </p:pic>
      <p:sp>
        <p:nvSpPr>
          <p:cNvPr id="2" name="TextBox 1">
            <a:extLst>
              <a:ext uri="{FF2B5EF4-FFF2-40B4-BE49-F238E27FC236}">
                <a16:creationId xmlns:a16="http://schemas.microsoft.com/office/drawing/2014/main" id="{1ACA336A-5678-474F-AB6D-4A63ED072ADD}"/>
              </a:ext>
            </a:extLst>
          </p:cNvPr>
          <p:cNvSpPr txBox="1"/>
          <p:nvPr/>
        </p:nvSpPr>
        <p:spPr>
          <a:xfrm>
            <a:off x="2267712" y="4719054"/>
            <a:ext cx="2139696" cy="707886"/>
          </a:xfrm>
          <a:prstGeom prst="rect">
            <a:avLst/>
          </a:prstGeom>
          <a:noFill/>
        </p:spPr>
        <p:txBody>
          <a:bodyPr wrap="square" rtlCol="0">
            <a:spAutoFit/>
          </a:bodyPr>
          <a:lstStyle/>
          <a:p>
            <a:r>
              <a:rPr lang="en-US" sz="4000" b="1" dirty="0" err="1">
                <a:solidFill>
                  <a:schemeClr val="bg2"/>
                </a:solidFill>
                <a:latin typeface="ADLaM Display" panose="02010000000000000000" pitchFamily="2" charset="0"/>
                <a:ea typeface="ADLaM Display" panose="02010000000000000000" pitchFamily="2" charset="0"/>
                <a:cs typeface="ADLaM Display" panose="02010000000000000000" pitchFamily="2" charset="0"/>
              </a:rPr>
              <a:t>Alakara</a:t>
            </a:r>
            <a:endParaRPr lang="en-US" sz="4000" b="1" dirty="0">
              <a:solidFill>
                <a:schemeClr val="bg2"/>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5" name="TextBox 4">
            <a:extLst>
              <a:ext uri="{FF2B5EF4-FFF2-40B4-BE49-F238E27FC236}">
                <a16:creationId xmlns:a16="http://schemas.microsoft.com/office/drawing/2014/main" id="{4731C22E-E233-ADD6-C3B4-D2DF9BD402A0}"/>
              </a:ext>
            </a:extLst>
          </p:cNvPr>
          <p:cNvSpPr txBox="1"/>
          <p:nvPr/>
        </p:nvSpPr>
        <p:spPr>
          <a:xfrm>
            <a:off x="7671816" y="801624"/>
            <a:ext cx="4041648" cy="707886"/>
          </a:xfrm>
          <a:prstGeom prst="rect">
            <a:avLst/>
          </a:prstGeom>
          <a:noFill/>
        </p:spPr>
        <p:txBody>
          <a:bodyPr wrap="square" rtlCol="0">
            <a:spAutoFit/>
          </a:bodyPr>
          <a:lstStyle/>
          <a:p>
            <a:r>
              <a:rPr lang="en-US" sz="4000" b="1" dirty="0" err="1">
                <a:solidFill>
                  <a:schemeClr val="bg2"/>
                </a:solidFill>
                <a:latin typeface="ADLaM Display" panose="02010000000000000000" pitchFamily="2" charset="0"/>
                <a:ea typeface="ADLaM Display" panose="02010000000000000000" pitchFamily="2" charset="0"/>
                <a:cs typeface="ADLaM Display" panose="02010000000000000000" pitchFamily="2" charset="0"/>
              </a:rPr>
              <a:t>Weebale</a:t>
            </a:r>
            <a:r>
              <a:rPr lang="en-US" sz="4000" b="1" dirty="0">
                <a:solidFill>
                  <a:schemeClr val="bg2"/>
                </a:solidFill>
                <a:latin typeface="ADLaM Display" panose="02010000000000000000" pitchFamily="2" charset="0"/>
                <a:ea typeface="ADLaM Display" panose="02010000000000000000" pitchFamily="2" charset="0"/>
                <a:cs typeface="ADLaM Display" panose="02010000000000000000" pitchFamily="2" charset="0"/>
              </a:rPr>
              <a:t> </a:t>
            </a:r>
            <a:r>
              <a:rPr lang="en-US" sz="4000" b="1" dirty="0" err="1">
                <a:solidFill>
                  <a:schemeClr val="bg2"/>
                </a:solidFill>
                <a:latin typeface="ADLaM Display" panose="02010000000000000000" pitchFamily="2" charset="0"/>
                <a:ea typeface="ADLaM Display" panose="02010000000000000000" pitchFamily="2" charset="0"/>
                <a:cs typeface="ADLaM Display" panose="02010000000000000000" pitchFamily="2" charset="0"/>
              </a:rPr>
              <a:t>nnyo</a:t>
            </a:r>
            <a:endParaRPr lang="en-US" sz="4000" b="1" dirty="0">
              <a:solidFill>
                <a:schemeClr val="bg2"/>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79DF6687-4945-0843-D0D2-572CFA899260}"/>
              </a:ext>
            </a:extLst>
          </p:cNvPr>
          <p:cNvSpPr txBox="1"/>
          <p:nvPr/>
        </p:nvSpPr>
        <p:spPr>
          <a:xfrm>
            <a:off x="478536" y="1155567"/>
            <a:ext cx="2581656" cy="707886"/>
          </a:xfrm>
          <a:prstGeom prst="rect">
            <a:avLst/>
          </a:prstGeom>
          <a:noFill/>
        </p:spPr>
        <p:txBody>
          <a:bodyPr wrap="square" rtlCol="0">
            <a:spAutoFit/>
          </a:bodyPr>
          <a:lstStyle/>
          <a:p>
            <a:r>
              <a:rPr lang="en-US" sz="4000" b="1" dirty="0" err="1">
                <a:solidFill>
                  <a:schemeClr val="bg2"/>
                </a:solidFill>
                <a:latin typeface="ADLaM Display" panose="02010000000000000000" pitchFamily="2" charset="0"/>
                <a:ea typeface="ADLaM Display" panose="02010000000000000000" pitchFamily="2" charset="0"/>
                <a:cs typeface="ADLaM Display" panose="02010000000000000000" pitchFamily="2" charset="0"/>
              </a:rPr>
              <a:t>Wasingya</a:t>
            </a:r>
            <a:endParaRPr lang="en-US" sz="4000" b="1" dirty="0">
              <a:solidFill>
                <a:schemeClr val="bg2"/>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A9010D95-4233-224A-4C15-3AF92746FAFF}"/>
              </a:ext>
            </a:extLst>
          </p:cNvPr>
          <p:cNvSpPr txBox="1"/>
          <p:nvPr/>
        </p:nvSpPr>
        <p:spPr>
          <a:xfrm rot="18248981">
            <a:off x="9122664" y="3785242"/>
            <a:ext cx="2499360" cy="707886"/>
          </a:xfrm>
          <a:prstGeom prst="rect">
            <a:avLst/>
          </a:prstGeom>
          <a:noFill/>
        </p:spPr>
        <p:txBody>
          <a:bodyPr wrap="square" rtlCol="0">
            <a:spAutoFit/>
          </a:bodyPr>
          <a:lstStyle/>
          <a:p>
            <a:r>
              <a:rPr lang="en-US" sz="4000" b="1" dirty="0" err="1">
                <a:solidFill>
                  <a:schemeClr val="bg2"/>
                </a:solidFill>
                <a:latin typeface="ADLaM Display" panose="02010000000000000000" pitchFamily="2" charset="0"/>
                <a:ea typeface="ADLaM Display" panose="02010000000000000000" pitchFamily="2" charset="0"/>
                <a:cs typeface="ADLaM Display" panose="02010000000000000000" pitchFamily="2" charset="0"/>
              </a:rPr>
              <a:t>Eyalama</a:t>
            </a:r>
            <a:endParaRPr lang="en-US" sz="4000" b="1" dirty="0">
              <a:solidFill>
                <a:schemeClr val="bg2"/>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TextBox 7">
            <a:extLst>
              <a:ext uri="{FF2B5EF4-FFF2-40B4-BE49-F238E27FC236}">
                <a16:creationId xmlns:a16="http://schemas.microsoft.com/office/drawing/2014/main" id="{14673AE6-8F96-3D65-666F-20170BE0B21D}"/>
              </a:ext>
            </a:extLst>
          </p:cNvPr>
          <p:cNvSpPr txBox="1"/>
          <p:nvPr/>
        </p:nvSpPr>
        <p:spPr>
          <a:xfrm>
            <a:off x="4677124" y="2960171"/>
            <a:ext cx="2837752" cy="707886"/>
          </a:xfrm>
          <a:prstGeom prst="rect">
            <a:avLst/>
          </a:prstGeom>
          <a:noFill/>
        </p:spPr>
        <p:txBody>
          <a:bodyPr wrap="square" rtlCol="0">
            <a:spAutoFit/>
          </a:bodyPr>
          <a:lstStyle/>
          <a:p>
            <a:r>
              <a:rPr lang="en-US" sz="4000" b="1" dirty="0">
                <a:solidFill>
                  <a:schemeClr val="bg2"/>
                </a:solidFill>
                <a:latin typeface="ADLaM Display" panose="02010000000000000000" pitchFamily="2" charset="0"/>
                <a:ea typeface="ADLaM Display" panose="02010000000000000000" pitchFamily="2" charset="0"/>
                <a:cs typeface="ADLaM Display" panose="02010000000000000000" pitchFamily="2" charset="0"/>
              </a:rPr>
              <a:t>Thank </a:t>
            </a:r>
            <a:r>
              <a:rPr lang="en-US" sz="4000" b="1"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you</a:t>
            </a:r>
          </a:p>
        </p:txBody>
      </p:sp>
      <p:sp>
        <p:nvSpPr>
          <p:cNvPr id="9" name="TextBox 8">
            <a:extLst>
              <a:ext uri="{FF2B5EF4-FFF2-40B4-BE49-F238E27FC236}">
                <a16:creationId xmlns:a16="http://schemas.microsoft.com/office/drawing/2014/main" id="{14419F37-8E2A-9B0F-83AB-BE491CC6E39A}"/>
              </a:ext>
            </a:extLst>
          </p:cNvPr>
          <p:cNvSpPr txBox="1"/>
          <p:nvPr/>
        </p:nvSpPr>
        <p:spPr>
          <a:xfrm>
            <a:off x="371856" y="3668057"/>
            <a:ext cx="1523515" cy="707886"/>
          </a:xfrm>
          <a:prstGeom prst="rect">
            <a:avLst/>
          </a:prstGeom>
          <a:noFill/>
        </p:spPr>
        <p:txBody>
          <a:bodyPr wrap="square" rtlCol="0">
            <a:spAutoFit/>
          </a:bodyPr>
          <a:lstStyle/>
          <a:p>
            <a:r>
              <a:rPr lang="en-US" sz="4000" b="1" dirty="0">
                <a:solidFill>
                  <a:schemeClr val="bg2"/>
                </a:solidFill>
                <a:latin typeface="ADLaM Display" panose="02010000000000000000" pitchFamily="2" charset="0"/>
                <a:ea typeface="ADLaM Display" panose="02010000000000000000" pitchFamily="2" charset="0"/>
                <a:cs typeface="ADLaM Display" panose="02010000000000000000" pitchFamily="2" charset="0"/>
              </a:rPr>
              <a:t>Merci</a:t>
            </a:r>
          </a:p>
        </p:txBody>
      </p:sp>
      <p:sp>
        <p:nvSpPr>
          <p:cNvPr id="10" name="TextBox 9">
            <a:extLst>
              <a:ext uri="{FF2B5EF4-FFF2-40B4-BE49-F238E27FC236}">
                <a16:creationId xmlns:a16="http://schemas.microsoft.com/office/drawing/2014/main" id="{8AD0448D-B029-25B5-2C86-8210A6DF249B}"/>
              </a:ext>
            </a:extLst>
          </p:cNvPr>
          <p:cNvSpPr txBox="1"/>
          <p:nvPr/>
        </p:nvSpPr>
        <p:spPr>
          <a:xfrm>
            <a:off x="4044696" y="418514"/>
            <a:ext cx="2438400" cy="707886"/>
          </a:xfrm>
          <a:prstGeom prst="rect">
            <a:avLst/>
          </a:prstGeom>
          <a:noFill/>
        </p:spPr>
        <p:txBody>
          <a:bodyPr wrap="square" rtlCol="0">
            <a:spAutoFit/>
          </a:bodyPr>
          <a:lstStyle/>
          <a:p>
            <a:r>
              <a:rPr lang="en-US" sz="4000" b="1" dirty="0" err="1">
                <a:solidFill>
                  <a:schemeClr val="bg2"/>
                </a:solidFill>
                <a:latin typeface="ADLaM Display" panose="02010000000000000000" pitchFamily="2" charset="0"/>
                <a:ea typeface="ADLaM Display" panose="02010000000000000000" pitchFamily="2" charset="0"/>
                <a:cs typeface="ADLaM Display" panose="02010000000000000000" pitchFamily="2" charset="0"/>
              </a:rPr>
              <a:t>Sosongo</a:t>
            </a:r>
            <a:endParaRPr lang="en-US" sz="4000" b="1" dirty="0">
              <a:solidFill>
                <a:schemeClr val="bg2"/>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0161151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250"/>
                                        <p:tgtEl>
                                          <p:spTgt spid="2"/>
                                        </p:tgtEl>
                                      </p:cBhvr>
                                    </p:animEffect>
                                    <p:anim calcmode="lin" valueType="num">
                                      <p:cBhvr>
                                        <p:cTn id="8" dur="2250" fill="hold"/>
                                        <p:tgtEl>
                                          <p:spTgt spid="2"/>
                                        </p:tgtEl>
                                        <p:attrNameLst>
                                          <p:attrName>ppt_x</p:attrName>
                                        </p:attrNameLst>
                                      </p:cBhvr>
                                      <p:tavLst>
                                        <p:tav tm="0">
                                          <p:val>
                                            <p:strVal val="#ppt_x"/>
                                          </p:val>
                                        </p:tav>
                                        <p:tav tm="100000">
                                          <p:val>
                                            <p:strVal val="#ppt_x"/>
                                          </p:val>
                                        </p:tav>
                                      </p:tavLst>
                                    </p:anim>
                                    <p:anim calcmode="lin" valueType="num">
                                      <p:cBhvr>
                                        <p:cTn id="9" dur="22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3500"/>
                            </p:stCondLst>
                            <p:childTnLst>
                              <p:par>
                                <p:cTn id="11" presetID="42" presetClass="entr" presetSubtype="0" fill="hold" grpId="0" nodeType="after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250"/>
                                        <p:tgtEl>
                                          <p:spTgt spid="5"/>
                                        </p:tgtEl>
                                      </p:cBhvr>
                                    </p:animEffect>
                                    <p:anim calcmode="lin" valueType="num">
                                      <p:cBhvr>
                                        <p:cTn id="14" dur="1250" fill="hold"/>
                                        <p:tgtEl>
                                          <p:spTgt spid="5"/>
                                        </p:tgtEl>
                                        <p:attrNameLst>
                                          <p:attrName>ppt_x</p:attrName>
                                        </p:attrNameLst>
                                      </p:cBhvr>
                                      <p:tavLst>
                                        <p:tav tm="0">
                                          <p:val>
                                            <p:strVal val="#ppt_x"/>
                                          </p:val>
                                        </p:tav>
                                        <p:tav tm="100000">
                                          <p:val>
                                            <p:strVal val="#ppt_x"/>
                                          </p:val>
                                        </p:tav>
                                      </p:tavLst>
                                    </p:anim>
                                    <p:anim calcmode="lin" valueType="num">
                                      <p:cBhvr>
                                        <p:cTn id="15" dur="125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5250"/>
                            </p:stCondLst>
                            <p:childTnLst>
                              <p:par>
                                <p:cTn id="17" presetID="31" presetClass="entr" presetSubtype="0" fill="hold" nodeType="afterEffect">
                                  <p:stCondLst>
                                    <p:cond delay="50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p:cTn id="19" dur="1250" fill="hold"/>
                                        <p:tgtEl>
                                          <p:spTgt spid="5">
                                            <p:txEl>
                                              <p:pRg st="0" end="0"/>
                                            </p:txEl>
                                          </p:spTgt>
                                        </p:tgtEl>
                                        <p:attrNameLst>
                                          <p:attrName>ppt_w</p:attrName>
                                        </p:attrNameLst>
                                      </p:cBhvr>
                                      <p:tavLst>
                                        <p:tav tm="0">
                                          <p:val>
                                            <p:fltVal val="0"/>
                                          </p:val>
                                        </p:tav>
                                        <p:tav tm="100000">
                                          <p:val>
                                            <p:strVal val="#ppt_w"/>
                                          </p:val>
                                        </p:tav>
                                      </p:tavLst>
                                    </p:anim>
                                    <p:anim calcmode="lin" valueType="num">
                                      <p:cBhvr>
                                        <p:cTn id="20" dur="1250" fill="hold"/>
                                        <p:tgtEl>
                                          <p:spTgt spid="5">
                                            <p:txEl>
                                              <p:pRg st="0" end="0"/>
                                            </p:txEl>
                                          </p:spTgt>
                                        </p:tgtEl>
                                        <p:attrNameLst>
                                          <p:attrName>ppt_h</p:attrName>
                                        </p:attrNameLst>
                                      </p:cBhvr>
                                      <p:tavLst>
                                        <p:tav tm="0">
                                          <p:val>
                                            <p:fltVal val="0"/>
                                          </p:val>
                                        </p:tav>
                                        <p:tav tm="100000">
                                          <p:val>
                                            <p:strVal val="#ppt_h"/>
                                          </p:val>
                                        </p:tav>
                                      </p:tavLst>
                                    </p:anim>
                                    <p:anim calcmode="lin" valueType="num">
                                      <p:cBhvr>
                                        <p:cTn id="21" dur="125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22" dur="1250"/>
                                        <p:tgtEl>
                                          <p:spTgt spid="5">
                                            <p:txEl>
                                              <p:pRg st="0" end="0"/>
                                            </p:txEl>
                                          </p:spTgt>
                                        </p:tgtEl>
                                      </p:cBhvr>
                                    </p:animEffect>
                                  </p:childTnLst>
                                </p:cTn>
                              </p:par>
                            </p:childTnLst>
                          </p:cTn>
                        </p:par>
                        <p:par>
                          <p:cTn id="23" fill="hold">
                            <p:stCondLst>
                              <p:cond delay="7000"/>
                            </p:stCondLst>
                            <p:childTnLst>
                              <p:par>
                                <p:cTn id="24" presetID="42" presetClass="entr" presetSubtype="0" fill="hold" grpId="0" nodeType="afterEffect">
                                  <p:stCondLst>
                                    <p:cond delay="50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250"/>
                                        <p:tgtEl>
                                          <p:spTgt spid="6"/>
                                        </p:tgtEl>
                                      </p:cBhvr>
                                    </p:animEffect>
                                    <p:anim calcmode="lin" valueType="num">
                                      <p:cBhvr>
                                        <p:cTn id="27" dur="1250" fill="hold"/>
                                        <p:tgtEl>
                                          <p:spTgt spid="6"/>
                                        </p:tgtEl>
                                        <p:attrNameLst>
                                          <p:attrName>ppt_x</p:attrName>
                                        </p:attrNameLst>
                                      </p:cBhvr>
                                      <p:tavLst>
                                        <p:tav tm="0">
                                          <p:val>
                                            <p:strVal val="#ppt_x"/>
                                          </p:val>
                                        </p:tav>
                                        <p:tav tm="100000">
                                          <p:val>
                                            <p:strVal val="#ppt_x"/>
                                          </p:val>
                                        </p:tav>
                                      </p:tavLst>
                                    </p:anim>
                                    <p:anim calcmode="lin" valueType="num">
                                      <p:cBhvr>
                                        <p:cTn id="28" dur="1250" fill="hold"/>
                                        <p:tgtEl>
                                          <p:spTgt spid="6"/>
                                        </p:tgtEl>
                                        <p:attrNameLst>
                                          <p:attrName>ppt_y</p:attrName>
                                        </p:attrNameLst>
                                      </p:cBhvr>
                                      <p:tavLst>
                                        <p:tav tm="0">
                                          <p:val>
                                            <p:strVal val="#ppt_y+.1"/>
                                          </p:val>
                                        </p:tav>
                                        <p:tav tm="100000">
                                          <p:val>
                                            <p:strVal val="#ppt_y"/>
                                          </p:val>
                                        </p:tav>
                                      </p:tavLst>
                                    </p:anim>
                                  </p:childTnLst>
                                </p:cTn>
                              </p:par>
                            </p:childTnLst>
                          </p:cTn>
                        </p:par>
                        <p:par>
                          <p:cTn id="29" fill="hold">
                            <p:stCondLst>
                              <p:cond delay="8750"/>
                            </p:stCondLst>
                            <p:childTnLst>
                              <p:par>
                                <p:cTn id="30" presetID="31" presetClass="entr" presetSubtype="0" fill="hold" nodeType="afterEffect">
                                  <p:stCondLst>
                                    <p:cond delay="500"/>
                                  </p:stCondLst>
                                  <p:childTnLst>
                                    <p:set>
                                      <p:cBhvr>
                                        <p:cTn id="31" dur="1" fill="hold">
                                          <p:stCondLst>
                                            <p:cond delay="0"/>
                                          </p:stCondLst>
                                        </p:cTn>
                                        <p:tgtEl>
                                          <p:spTgt spid="6">
                                            <p:txEl>
                                              <p:pRg st="0" end="0"/>
                                            </p:txEl>
                                          </p:spTgt>
                                        </p:tgtEl>
                                        <p:attrNameLst>
                                          <p:attrName>style.visibility</p:attrName>
                                        </p:attrNameLst>
                                      </p:cBhvr>
                                      <p:to>
                                        <p:strVal val="visible"/>
                                      </p:to>
                                    </p:set>
                                    <p:anim calcmode="lin" valueType="num">
                                      <p:cBhvr>
                                        <p:cTn id="32" dur="1250" fill="hold"/>
                                        <p:tgtEl>
                                          <p:spTgt spid="6">
                                            <p:txEl>
                                              <p:pRg st="0" end="0"/>
                                            </p:txEl>
                                          </p:spTgt>
                                        </p:tgtEl>
                                        <p:attrNameLst>
                                          <p:attrName>ppt_w</p:attrName>
                                        </p:attrNameLst>
                                      </p:cBhvr>
                                      <p:tavLst>
                                        <p:tav tm="0">
                                          <p:val>
                                            <p:fltVal val="0"/>
                                          </p:val>
                                        </p:tav>
                                        <p:tav tm="100000">
                                          <p:val>
                                            <p:strVal val="#ppt_w"/>
                                          </p:val>
                                        </p:tav>
                                      </p:tavLst>
                                    </p:anim>
                                    <p:anim calcmode="lin" valueType="num">
                                      <p:cBhvr>
                                        <p:cTn id="33" dur="1250" fill="hold"/>
                                        <p:tgtEl>
                                          <p:spTgt spid="6">
                                            <p:txEl>
                                              <p:pRg st="0" end="0"/>
                                            </p:txEl>
                                          </p:spTgt>
                                        </p:tgtEl>
                                        <p:attrNameLst>
                                          <p:attrName>ppt_h</p:attrName>
                                        </p:attrNameLst>
                                      </p:cBhvr>
                                      <p:tavLst>
                                        <p:tav tm="0">
                                          <p:val>
                                            <p:fltVal val="0"/>
                                          </p:val>
                                        </p:tav>
                                        <p:tav tm="100000">
                                          <p:val>
                                            <p:strVal val="#ppt_h"/>
                                          </p:val>
                                        </p:tav>
                                      </p:tavLst>
                                    </p:anim>
                                    <p:anim calcmode="lin" valueType="num">
                                      <p:cBhvr>
                                        <p:cTn id="34" dur="125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35" dur="1250"/>
                                        <p:tgtEl>
                                          <p:spTgt spid="6">
                                            <p:txEl>
                                              <p:pRg st="0" end="0"/>
                                            </p:txEl>
                                          </p:spTgt>
                                        </p:tgtEl>
                                      </p:cBhvr>
                                    </p:animEffect>
                                  </p:childTnLst>
                                </p:cTn>
                              </p:par>
                            </p:childTnLst>
                          </p:cTn>
                        </p:par>
                        <p:par>
                          <p:cTn id="36" fill="hold">
                            <p:stCondLst>
                              <p:cond delay="10500"/>
                            </p:stCondLst>
                            <p:childTnLst>
                              <p:par>
                                <p:cTn id="37" presetID="42" presetClass="entr" presetSubtype="0" fill="hold" grpId="0" nodeType="afterEffect">
                                  <p:stCondLst>
                                    <p:cond delay="125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2250"/>
                                        <p:tgtEl>
                                          <p:spTgt spid="7"/>
                                        </p:tgtEl>
                                      </p:cBhvr>
                                    </p:animEffect>
                                    <p:anim calcmode="lin" valueType="num">
                                      <p:cBhvr>
                                        <p:cTn id="40" dur="2250" fill="hold"/>
                                        <p:tgtEl>
                                          <p:spTgt spid="7"/>
                                        </p:tgtEl>
                                        <p:attrNameLst>
                                          <p:attrName>ppt_x</p:attrName>
                                        </p:attrNameLst>
                                      </p:cBhvr>
                                      <p:tavLst>
                                        <p:tav tm="0">
                                          <p:val>
                                            <p:strVal val="#ppt_x"/>
                                          </p:val>
                                        </p:tav>
                                        <p:tav tm="100000">
                                          <p:val>
                                            <p:strVal val="#ppt_x"/>
                                          </p:val>
                                        </p:tav>
                                      </p:tavLst>
                                    </p:anim>
                                    <p:anim calcmode="lin" valueType="num">
                                      <p:cBhvr>
                                        <p:cTn id="41" dur="2250" fill="hold"/>
                                        <p:tgtEl>
                                          <p:spTgt spid="7"/>
                                        </p:tgtEl>
                                        <p:attrNameLst>
                                          <p:attrName>ppt_y</p:attrName>
                                        </p:attrNameLst>
                                      </p:cBhvr>
                                      <p:tavLst>
                                        <p:tav tm="0">
                                          <p:val>
                                            <p:strVal val="#ppt_y+.1"/>
                                          </p:val>
                                        </p:tav>
                                        <p:tav tm="100000">
                                          <p:val>
                                            <p:strVal val="#ppt_y"/>
                                          </p:val>
                                        </p:tav>
                                      </p:tavLst>
                                    </p:anim>
                                  </p:childTnLst>
                                </p:cTn>
                              </p:par>
                            </p:childTnLst>
                          </p:cTn>
                        </p:par>
                        <p:par>
                          <p:cTn id="42" fill="hold">
                            <p:stCondLst>
                              <p:cond delay="14000"/>
                            </p:stCondLst>
                            <p:childTnLst>
                              <p:par>
                                <p:cTn id="43" presetID="42" presetClass="entr" presetSubtype="0" fill="hold" grpId="0" nodeType="afterEffect">
                                  <p:stCondLst>
                                    <p:cond delay="125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2250"/>
                                        <p:tgtEl>
                                          <p:spTgt spid="8"/>
                                        </p:tgtEl>
                                      </p:cBhvr>
                                    </p:animEffect>
                                    <p:anim calcmode="lin" valueType="num">
                                      <p:cBhvr>
                                        <p:cTn id="46" dur="2250" fill="hold"/>
                                        <p:tgtEl>
                                          <p:spTgt spid="8"/>
                                        </p:tgtEl>
                                        <p:attrNameLst>
                                          <p:attrName>ppt_x</p:attrName>
                                        </p:attrNameLst>
                                      </p:cBhvr>
                                      <p:tavLst>
                                        <p:tav tm="0">
                                          <p:val>
                                            <p:strVal val="#ppt_x"/>
                                          </p:val>
                                        </p:tav>
                                        <p:tav tm="100000">
                                          <p:val>
                                            <p:strVal val="#ppt_x"/>
                                          </p:val>
                                        </p:tav>
                                      </p:tavLst>
                                    </p:anim>
                                    <p:anim calcmode="lin" valueType="num">
                                      <p:cBhvr>
                                        <p:cTn id="47" dur="2250" fill="hold"/>
                                        <p:tgtEl>
                                          <p:spTgt spid="8"/>
                                        </p:tgtEl>
                                        <p:attrNameLst>
                                          <p:attrName>ppt_y</p:attrName>
                                        </p:attrNameLst>
                                      </p:cBhvr>
                                      <p:tavLst>
                                        <p:tav tm="0">
                                          <p:val>
                                            <p:strVal val="#ppt_y+.1"/>
                                          </p:val>
                                        </p:tav>
                                        <p:tav tm="100000">
                                          <p:val>
                                            <p:strVal val="#ppt_y"/>
                                          </p:val>
                                        </p:tav>
                                      </p:tavLst>
                                    </p:anim>
                                  </p:childTnLst>
                                </p:cTn>
                              </p:par>
                            </p:childTnLst>
                          </p:cTn>
                        </p:par>
                        <p:par>
                          <p:cTn id="48" fill="hold">
                            <p:stCondLst>
                              <p:cond delay="17500"/>
                            </p:stCondLst>
                            <p:childTnLst>
                              <p:par>
                                <p:cTn id="49" presetID="42" presetClass="entr" presetSubtype="0" fill="hold" grpId="0" nodeType="afterEffect">
                                  <p:stCondLst>
                                    <p:cond delay="125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2250"/>
                                        <p:tgtEl>
                                          <p:spTgt spid="9"/>
                                        </p:tgtEl>
                                      </p:cBhvr>
                                    </p:animEffect>
                                    <p:anim calcmode="lin" valueType="num">
                                      <p:cBhvr>
                                        <p:cTn id="52" dur="2250" fill="hold"/>
                                        <p:tgtEl>
                                          <p:spTgt spid="9"/>
                                        </p:tgtEl>
                                        <p:attrNameLst>
                                          <p:attrName>ppt_x</p:attrName>
                                        </p:attrNameLst>
                                      </p:cBhvr>
                                      <p:tavLst>
                                        <p:tav tm="0">
                                          <p:val>
                                            <p:strVal val="#ppt_x"/>
                                          </p:val>
                                        </p:tav>
                                        <p:tav tm="100000">
                                          <p:val>
                                            <p:strVal val="#ppt_x"/>
                                          </p:val>
                                        </p:tav>
                                      </p:tavLst>
                                    </p:anim>
                                    <p:anim calcmode="lin" valueType="num">
                                      <p:cBhvr>
                                        <p:cTn id="53" dur="2250" fill="hold"/>
                                        <p:tgtEl>
                                          <p:spTgt spid="9"/>
                                        </p:tgtEl>
                                        <p:attrNameLst>
                                          <p:attrName>ppt_y</p:attrName>
                                        </p:attrNameLst>
                                      </p:cBhvr>
                                      <p:tavLst>
                                        <p:tav tm="0">
                                          <p:val>
                                            <p:strVal val="#ppt_y+.1"/>
                                          </p:val>
                                        </p:tav>
                                        <p:tav tm="100000">
                                          <p:val>
                                            <p:strVal val="#ppt_y"/>
                                          </p:val>
                                        </p:tav>
                                      </p:tavLst>
                                    </p:anim>
                                  </p:childTnLst>
                                </p:cTn>
                              </p:par>
                            </p:childTnLst>
                          </p:cTn>
                        </p:par>
                        <p:par>
                          <p:cTn id="54" fill="hold">
                            <p:stCondLst>
                              <p:cond delay="21000"/>
                            </p:stCondLst>
                            <p:childTnLst>
                              <p:par>
                                <p:cTn id="55" presetID="45" presetClass="entr" presetSubtype="0" fill="hold" grpId="0" nodeType="after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2250"/>
                                        <p:tgtEl>
                                          <p:spTgt spid="10"/>
                                        </p:tgtEl>
                                      </p:cBhvr>
                                    </p:animEffect>
                                    <p:anim calcmode="lin" valueType="num">
                                      <p:cBhvr>
                                        <p:cTn id="58" dur="2250" fill="hold"/>
                                        <p:tgtEl>
                                          <p:spTgt spid="10"/>
                                        </p:tgtEl>
                                        <p:attrNameLst>
                                          <p:attrName>ppt_w</p:attrName>
                                        </p:attrNameLst>
                                      </p:cBhvr>
                                      <p:tavLst>
                                        <p:tav tm="0" fmla="#ppt_w*sin(2.5*pi*$)">
                                          <p:val>
                                            <p:fltVal val="0"/>
                                          </p:val>
                                        </p:tav>
                                        <p:tav tm="100000">
                                          <p:val>
                                            <p:fltVal val="1"/>
                                          </p:val>
                                        </p:tav>
                                      </p:tavLst>
                                    </p:anim>
                                    <p:anim calcmode="lin" valueType="num">
                                      <p:cBhvr>
                                        <p:cTn id="59" dur="225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P spid="10" grpId="0"/>
    </p:bldLst>
  </p:timing>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Slic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9759155-7935-4C61-A06C-C04380D1B16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1907</TotalTime>
  <Words>911</Words>
  <Application>Microsoft Office PowerPoint</Application>
  <PresentationFormat>Widescreen</PresentationFormat>
  <Paragraphs>166</Paragraphs>
  <Slides>21</Slides>
  <Notes>4</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21</vt:i4>
      </vt:variant>
    </vt:vector>
  </HeadingPairs>
  <TitlesOfParts>
    <vt:vector size="38" baseType="lpstr">
      <vt:lpstr>ADLaM Display</vt:lpstr>
      <vt:lpstr>Agency FB</vt:lpstr>
      <vt:lpstr>Aptos</vt:lpstr>
      <vt:lpstr>Arial</vt:lpstr>
      <vt:lpstr>Arial Black</vt:lpstr>
      <vt:lpstr>Arial Rounded MT Bold</vt:lpstr>
      <vt:lpstr>Blackadder ITC</vt:lpstr>
      <vt:lpstr>Calibri</vt:lpstr>
      <vt:lpstr>Calibri Light</vt:lpstr>
      <vt:lpstr>Century Gothic</vt:lpstr>
      <vt:lpstr>Futura Std Medium</vt:lpstr>
      <vt:lpstr>Montserrat</vt:lpstr>
      <vt:lpstr>Montserrat ExtraBold</vt:lpstr>
      <vt:lpstr>Wingdings</vt:lpstr>
      <vt:lpstr>Wingdings 3</vt:lpstr>
      <vt:lpstr>Metropolitan</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Uganda Experience – RICE West Nile</dc:title>
  <dc:subject/>
  <dc:creator/>
  <cp:keywords/>
  <dc:description>generated using python-pptx</dc:description>
  <cp:lastModifiedBy>Emmanuel Akpan</cp:lastModifiedBy>
  <cp:revision>322</cp:revision>
  <dcterms:created xsi:type="dcterms:W3CDTF">2013-01-27T09:14:16Z</dcterms:created>
  <dcterms:modified xsi:type="dcterms:W3CDTF">2026-05-21T08:24:43Z</dcterms:modified>
  <cp:category/>
</cp:coreProperties>
</file>